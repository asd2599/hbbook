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진척률</c:v>
                </c:pt>
              </c:strCache>
            </c:strRef>
          </c:tx>
          <c:spPr>
            <a:solidFill>
              <a:srgbClr val="16419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647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상품성 비교 분석</c:v>
                  </c:pt>
                  <c:pt idx="1">
                    <c:v>설문 문항 초안</c:v>
                  </c:pt>
                  <c:pt idx="2">
                    <c:v>컬러 운영안 협의</c:v>
                  </c:pt>
                  <c:pt idx="3">
                    <c:v>판매 데이터 정리</c:v>
                  </c:pt>
                  <c:pt idx="4">
                    <c:v>원가 영향 검토</c:v>
                  </c:pt>
                  <c:pt idx="5">
                    <c:v>경쟁차종 비교표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0.6</c:v>
                </c:pt>
                <c:pt idx="2">
                  <c:v>1</c:v>
                </c:pt>
                <c:pt idx="3">
                  <c:v>1</c:v>
                </c:pt>
                <c:pt idx="4">
                  <c:v>0.3</c:v>
                </c:pt>
                <c:pt idx="5">
                  <c:v>0.75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5A647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표지입니다. 보고 기간과 팀명, 작성자만 매주 바꿔서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숫자는 엑셀 양식의 업무목록 시트에서 자동 집계된 값을 옮겨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실적은 '무엇을 했는가'가 아니라 '무엇이 남았는가'(산출물) 중심으로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 데이터는 엑셀 양식의 진척률 열과 동일한 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계획은 3건 이내로 좁혀서 적습니다. 많을수록 보고받는 사람이 우선순위를 못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지원 요청은 '누구에게, 언제까지'를 반드시 함께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슬라이드. 결과물이 코딩이 아니라 자연어 프롬프트로 만들어졌다는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64194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64194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업무 주간보고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1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9월 1일 ~ 9월 5일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329184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상품기획2팀  ·  작성자 김현대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6E1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금주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AAB3C2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64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업무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AAB3C2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AAB3C2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64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89720" y="13716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AAB3C2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972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41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진척률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64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64240" cy="329184"/>
          </a:xfrm>
          <a:prstGeom prst="roundRect">
            <a:avLst>
              <a:gd name="adj" fmla="val 50000"/>
            </a:avLst>
          </a:prstGeom>
          <a:solidFill>
            <a:srgbClr val="E4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023360"/>
            <a:ext cx="7077456" cy="329184"/>
          </a:xfrm>
          <a:prstGeom prst="roundRect">
            <a:avLst>
              <a:gd name="adj" fmla="val 50000"/>
            </a:avLst>
          </a:prstGeom>
          <a:solidFill>
            <a:srgbClr val="16419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 2건은 모두 외부 자료 수신 대기가 원인입니다.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 데이터가 확정되면 차주 초 정상화 예상됩니다.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교육용 예시 데이터입니다. 실제 사내 자료가 아닙니다.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6263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상품기획2팀 | 2026-09-01 ~ 09-05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6E1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금주 주요 실적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16419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6002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2027년형 신규 트림 상품성 비교 분석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비교표 1부 산출 · 팀 공유 완료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246120"/>
            <a:ext cx="548640" cy="548640"/>
          </a:xfrm>
          <a:prstGeom prst="ellipse">
            <a:avLst/>
          </a:prstGeom>
          <a:solidFill>
            <a:srgbClr val="1641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1089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디자인팀 컬러 운영안 협의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5387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 작성 · 후속 일정 확정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754880"/>
            <a:ext cx="548640" cy="548640"/>
          </a:xfrm>
          <a:prstGeom prst="ellipse">
            <a:avLst/>
          </a:prstGeom>
          <a:solidFill>
            <a:srgbClr val="1641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6177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판매 데이터 정리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0474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갱신 · 자동화 스크립트 적용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교육용 예시 데이터입니다. 실제 사내 자료가 아닙니다.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6263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상품기획2팀 | 2026-09-01 ~ 09-05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6E1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진행 현황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32588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4F6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진행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19659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상품성 비교 분석 완료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데이터 정리 완료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경쟁차종 비교표 75%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70332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DF0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3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필요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43434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5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 영향 검토 30% (자료 대기)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5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 계정 발급 0% (회신 대기)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교육용 예시 데이터입니다. 실제 사내 자료가 아닙니다.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6263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상품기획2팀 | 2026-09-01 ~ 09-05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6E1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차주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rgbClr val="16419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트림별 원가 영향 검토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9/11 완료 목표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원가팀 자료 수신 즉시 착수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783080"/>
            <a:ext cx="685800" cy="685800"/>
          </a:xfrm>
          <a:prstGeom prst="ellipse">
            <a:avLst/>
          </a:prstGeom>
          <a:solidFill>
            <a:srgbClr val="16419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설문 문항 확정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520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9/12 완료 목표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리뷰 1회 후 확정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1783080"/>
            <a:ext cx="685800" cy="685800"/>
          </a:xfrm>
          <a:prstGeom prst="ellipse">
            <a:avLst/>
          </a:prstGeom>
          <a:solidFill>
            <a:srgbClr val="16419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2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차주 팀 회의 자료 준비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520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9/09 완료 목표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1장 + 부록 구성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우선순위는 마감일이 아니라 다른 업무를 막고 있는 정도로 정합니다.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교육용 예시 데이터입니다. 실제 사내 자료가 아닙니다.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6263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상품기획2팀 | 2026-09-01 ~ 09-05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6E1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41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 및 지원 요청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1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2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 데이터 확정 지연으로 트림 비교 최종안 1일 순연 가능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2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경쟁차종 사양 일부가 공개 자료와 상이하여 재확인 필요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DF0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3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요청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3317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2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 플랫폼 계정 발급 (운영팀, 9/8까지)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2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원가팀 담당자 연결 (팀장님 협조 요청)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교육용 예시 데이터입니다. 실제 사내 자료가 아닙니다.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6263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상품기획2팀 | 2026-09-01 ~ 09-05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164194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728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6E1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보고서 양식은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 없이, 자연어 요청만으로 만들었습니다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1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집계표 · PPT 보고서 · 웹 페이지 — 만드는 방법은 모두 같습니다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 업무 주간보고</dc:title>
  <dc:subject>PptxGenJS Presentation</dc:subject>
  <dc:creator>AX 중급과정</dc:creator>
  <cp:lastModifiedBy>AX 중급과정</cp:lastModifiedBy>
  <cp:revision>1</cp:revision>
  <dcterms:created xsi:type="dcterms:W3CDTF">2026-09-05T05:45:44Z</dcterms:created>
  <dcterms:modified xsi:type="dcterms:W3CDTF">2026-09-05T05:45:44Z</dcterms:modified>
</cp:coreProperties>
</file>