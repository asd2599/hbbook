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147482872" r:id="rId2"/>
    <p:sldId id="2147482871" r:id="rId3"/>
    <p:sldId id="2147482878" r:id="rId4"/>
    <p:sldId id="2147482955" r:id="rId5"/>
    <p:sldId id="2147482956" r:id="rId6"/>
    <p:sldId id="2147482957" r:id="rId7"/>
    <p:sldId id="2147482958" r:id="rId8"/>
    <p:sldId id="2147482959" r:id="rId9"/>
    <p:sldId id="2147482960" r:id="rId10"/>
    <p:sldId id="2147482962" r:id="rId11"/>
    <p:sldId id="2147482963" r:id="rId12"/>
    <p:sldId id="2147482964" r:id="rId13"/>
    <p:sldId id="2147482965" r:id="rId14"/>
    <p:sldId id="2147482967" r:id="rId15"/>
    <p:sldId id="21474829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최인호" initials="인최" lastIdx="1" clrIdx="0">
    <p:extLst>
      <p:ext uri="{19B8F6BF-5375-455C-9EA6-DF929625EA0E}">
        <p15:presenceInfo xmlns:p15="http://schemas.microsoft.com/office/powerpoint/2012/main" userId="S::inho.choi@mincoding.co.kr::b4efcb7a-706e-4704-a9c1-aa210034272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BBD"/>
    <a:srgbClr val="193E94"/>
    <a:srgbClr val="465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6336" autoAdjust="0"/>
  </p:normalViewPr>
  <p:slideViewPr>
    <p:cSldViewPr snapToGrid="0">
      <p:cViewPr varScale="1">
        <p:scale>
          <a:sx n="115" d="100"/>
          <a:sy n="115" d="100"/>
        </p:scale>
        <p:origin x="35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538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인호" userId="b4efcb7a-706e-4704-a9c1-aa210034272e" providerId="ADAL" clId="{ACDE62D4-61AE-4C3B-8133-EBD825E9FB13}"/>
    <pc:docChg chg="undo custSel addSld delSld modSld">
      <pc:chgData name="최인호" userId="b4efcb7a-706e-4704-a9c1-aa210034272e" providerId="ADAL" clId="{ACDE62D4-61AE-4C3B-8133-EBD825E9FB13}" dt="2026-09-23T04:29:22.530" v="1737" actId="20577"/>
      <pc:docMkLst>
        <pc:docMk/>
      </pc:docMkLst>
      <pc:sldChg chg="modSp add mod">
        <pc:chgData name="최인호" userId="b4efcb7a-706e-4704-a9c1-aa210034272e" providerId="ADAL" clId="{ACDE62D4-61AE-4C3B-8133-EBD825E9FB13}" dt="2026-08-27T12:35:05.482" v="3" actId="20577"/>
        <pc:sldMkLst>
          <pc:docMk/>
          <pc:sldMk cId="2251164975" sldId="316"/>
        </pc:sldMkLst>
        <pc:spChg chg="mod">
          <ac:chgData name="최인호" userId="b4efcb7a-706e-4704-a9c1-aa210034272e" providerId="ADAL" clId="{ACDE62D4-61AE-4C3B-8133-EBD825E9FB13}" dt="2026-08-27T12:35:05.482" v="3" actId="20577"/>
          <ac:spMkLst>
            <pc:docMk/>
            <pc:sldMk cId="2251164975" sldId="316"/>
            <ac:spMk id="4" creationId="{1C824986-BD3D-149D-0C26-8F39FE18F607}"/>
          </ac:spMkLst>
        </pc:spChg>
      </pc:sldChg>
      <pc:sldChg chg="addSp modSp mod">
        <pc:chgData name="최인호" userId="b4efcb7a-706e-4704-a9c1-aa210034272e" providerId="ADAL" clId="{ACDE62D4-61AE-4C3B-8133-EBD825E9FB13}" dt="2026-09-04T07:37:14.772" v="1105" actId="207"/>
        <pc:sldMkLst>
          <pc:docMk/>
          <pc:sldMk cId="3348286730" sldId="2147482863"/>
        </pc:sldMkLst>
        <pc:spChg chg="add mod">
          <ac:chgData name="최인호" userId="b4efcb7a-706e-4704-a9c1-aa210034272e" providerId="ADAL" clId="{ACDE62D4-61AE-4C3B-8133-EBD825E9FB13}" dt="2026-09-04T07:37:14.772" v="1105" actId="207"/>
          <ac:spMkLst>
            <pc:docMk/>
            <pc:sldMk cId="3348286730" sldId="2147482863"/>
            <ac:spMk id="7" creationId="{53DED971-8117-0AE8-B371-4474E04D16D5}"/>
          </ac:spMkLst>
        </pc:spChg>
        <pc:spChg chg="mod">
          <ac:chgData name="최인호" userId="b4efcb7a-706e-4704-a9c1-aa210034272e" providerId="ADAL" clId="{ACDE62D4-61AE-4C3B-8133-EBD825E9FB13}" dt="2026-09-04T07:10:28.587" v="566" actId="113"/>
          <ac:spMkLst>
            <pc:docMk/>
            <pc:sldMk cId="3348286730" sldId="2147482863"/>
            <ac:spMk id="8" creationId="{F7CD696B-1664-40FE-FA36-4F71262BC102}"/>
          </ac:spMkLst>
        </pc:spChg>
        <pc:spChg chg="mod">
          <ac:chgData name="최인호" userId="b4efcb7a-706e-4704-a9c1-aa210034272e" providerId="ADAL" clId="{ACDE62D4-61AE-4C3B-8133-EBD825E9FB13}" dt="2026-09-04T07:10:22.318" v="551" actId="207"/>
          <ac:spMkLst>
            <pc:docMk/>
            <pc:sldMk cId="3348286730" sldId="2147482863"/>
            <ac:spMk id="22" creationId="{2D31AC27-7620-E3E0-7CCF-62C1C2832994}"/>
          </ac:spMkLst>
        </pc:spChg>
      </pc:sldChg>
      <pc:sldChg chg="modSp mod">
        <pc:chgData name="최인호" userId="b4efcb7a-706e-4704-a9c1-aa210034272e" providerId="ADAL" clId="{ACDE62D4-61AE-4C3B-8133-EBD825E9FB13}" dt="2026-09-02T07:19:51.872" v="336"/>
        <pc:sldMkLst>
          <pc:docMk/>
          <pc:sldMk cId="4044066753" sldId="2147482865"/>
        </pc:sldMkLst>
        <pc:spChg chg="mod">
          <ac:chgData name="최인호" userId="b4efcb7a-706e-4704-a9c1-aa210034272e" providerId="ADAL" clId="{ACDE62D4-61AE-4C3B-8133-EBD825E9FB13}" dt="2026-09-02T07:19:51.872" v="336"/>
          <ac:spMkLst>
            <pc:docMk/>
            <pc:sldMk cId="4044066753" sldId="2147482865"/>
            <ac:spMk id="9" creationId="{CF9D2F07-12BF-CF0A-AD05-0F5F275A791E}"/>
          </ac:spMkLst>
        </pc:spChg>
      </pc:sldChg>
      <pc:sldChg chg="addSp modSp mod">
        <pc:chgData name="최인호" userId="b4efcb7a-706e-4704-a9c1-aa210034272e" providerId="ADAL" clId="{ACDE62D4-61AE-4C3B-8133-EBD825E9FB13}" dt="2026-09-06T07:08:40.203" v="1475" actId="20577"/>
        <pc:sldMkLst>
          <pc:docMk/>
          <pc:sldMk cId="3453765024" sldId="2147482871"/>
        </pc:sldMkLst>
        <pc:spChg chg="mod">
          <ac:chgData name="최인호" userId="b4efcb7a-706e-4704-a9c1-aa210034272e" providerId="ADAL" clId="{ACDE62D4-61AE-4C3B-8133-EBD825E9FB13}" dt="2026-09-06T07:08:40.203" v="1475" actId="20577"/>
          <ac:spMkLst>
            <pc:docMk/>
            <pc:sldMk cId="3453765024" sldId="2147482871"/>
            <ac:spMk id="3" creationId="{2B3102C7-A06C-264D-9DE4-01871CC2F3DF}"/>
          </ac:spMkLst>
        </pc:spChg>
        <pc:spChg chg="add mod">
          <ac:chgData name="최인호" userId="b4efcb7a-706e-4704-a9c1-aa210034272e" providerId="ADAL" clId="{ACDE62D4-61AE-4C3B-8133-EBD825E9FB13}" dt="2026-09-04T07:37:22.404" v="1108" actId="20577"/>
          <ac:spMkLst>
            <pc:docMk/>
            <pc:sldMk cId="3453765024" sldId="2147482871"/>
            <ac:spMk id="5" creationId="{E5C04717-86F6-AE8E-0AD6-D8BCEF580F1E}"/>
          </ac:spMkLst>
        </pc:spChg>
      </pc:sldChg>
      <pc:sldChg chg="addSp modSp mod">
        <pc:chgData name="최인호" userId="b4efcb7a-706e-4704-a9c1-aa210034272e" providerId="ADAL" clId="{ACDE62D4-61AE-4C3B-8133-EBD825E9FB13}" dt="2026-09-06T07:12:38.037" v="1695" actId="20577"/>
        <pc:sldMkLst>
          <pc:docMk/>
          <pc:sldMk cId="1835657542" sldId="2147482889"/>
        </pc:sldMkLst>
        <pc:spChg chg="mod">
          <ac:chgData name="최인호" userId="b4efcb7a-706e-4704-a9c1-aa210034272e" providerId="ADAL" clId="{ACDE62D4-61AE-4C3B-8133-EBD825E9FB13}" dt="2026-09-06T07:12:38.037" v="1695" actId="20577"/>
          <ac:spMkLst>
            <pc:docMk/>
            <pc:sldMk cId="1835657542" sldId="2147482889"/>
            <ac:spMk id="3" creationId="{B08EC6B2-D8D8-390A-33B2-653DA0F8C30D}"/>
          </ac:spMkLst>
        </pc:spChg>
        <pc:spChg chg="add mod">
          <ac:chgData name="최인호" userId="b4efcb7a-706e-4704-a9c1-aa210034272e" providerId="ADAL" clId="{ACDE62D4-61AE-4C3B-8133-EBD825E9FB13}" dt="2026-09-04T07:38:33.409" v="1174" actId="20577"/>
          <ac:spMkLst>
            <pc:docMk/>
            <pc:sldMk cId="1835657542" sldId="2147482889"/>
            <ac:spMk id="14" creationId="{EAF898BC-1E50-53EB-B754-9CF21052E8E1}"/>
          </ac:spMkLst>
        </pc:spChg>
      </pc:sldChg>
      <pc:sldChg chg="modSp mod">
        <pc:chgData name="최인호" userId="b4efcb7a-706e-4704-a9c1-aa210034272e" providerId="ADAL" clId="{ACDE62D4-61AE-4C3B-8133-EBD825E9FB13}" dt="2026-09-02T07:18:04.674" v="311" actId="1076"/>
        <pc:sldMkLst>
          <pc:docMk/>
          <pc:sldMk cId="1939663362" sldId="2147482890"/>
        </pc:sldMkLst>
        <pc:spChg chg="mod">
          <ac:chgData name="최인호" userId="b4efcb7a-706e-4704-a9c1-aa210034272e" providerId="ADAL" clId="{ACDE62D4-61AE-4C3B-8133-EBD825E9FB13}" dt="2026-09-02T07:18:04.674" v="311" actId="1076"/>
          <ac:spMkLst>
            <pc:docMk/>
            <pc:sldMk cId="1939663362" sldId="2147482890"/>
            <ac:spMk id="15" creationId="{38E89203-498C-236E-2AE8-40708A5B19F6}"/>
          </ac:spMkLst>
        </pc:spChg>
      </pc:sldChg>
      <pc:sldChg chg="modSp mod">
        <pc:chgData name="최인호" userId="b4efcb7a-706e-4704-a9c1-aa210034272e" providerId="ADAL" clId="{ACDE62D4-61AE-4C3B-8133-EBD825E9FB13}" dt="2026-09-02T07:20:18.711" v="338"/>
        <pc:sldMkLst>
          <pc:docMk/>
          <pc:sldMk cId="1472846686" sldId="2147482893"/>
        </pc:sldMkLst>
        <pc:spChg chg="mod">
          <ac:chgData name="최인호" userId="b4efcb7a-706e-4704-a9c1-aa210034272e" providerId="ADAL" clId="{ACDE62D4-61AE-4C3B-8133-EBD825E9FB13}" dt="2026-09-02T07:20:18.711" v="338"/>
          <ac:spMkLst>
            <pc:docMk/>
            <pc:sldMk cId="1472846686" sldId="2147482893"/>
            <ac:spMk id="13" creationId="{6FC088D7-1547-3DF8-4578-970C44F16480}"/>
          </ac:spMkLst>
        </pc:spChg>
      </pc:sldChg>
      <pc:sldChg chg="modSp mod">
        <pc:chgData name="최인호" userId="b4efcb7a-706e-4704-a9c1-aa210034272e" providerId="ADAL" clId="{ACDE62D4-61AE-4C3B-8133-EBD825E9FB13}" dt="2026-09-02T07:17:53.308" v="310" actId="20577"/>
        <pc:sldMkLst>
          <pc:docMk/>
          <pc:sldMk cId="2853282162" sldId="2147482898"/>
        </pc:sldMkLst>
        <pc:spChg chg="mod">
          <ac:chgData name="최인호" userId="b4efcb7a-706e-4704-a9c1-aa210034272e" providerId="ADAL" clId="{ACDE62D4-61AE-4C3B-8133-EBD825E9FB13}" dt="2026-09-02T07:17:53.308" v="310" actId="20577"/>
          <ac:spMkLst>
            <pc:docMk/>
            <pc:sldMk cId="2853282162" sldId="2147482898"/>
            <ac:spMk id="6" creationId="{CD08D2B6-805D-8756-DED1-3CED6D153A4E}"/>
          </ac:spMkLst>
        </pc:spChg>
      </pc:sldChg>
      <pc:sldChg chg="addSp modSp mod">
        <pc:chgData name="최인호" userId="b4efcb7a-706e-4704-a9c1-aa210034272e" providerId="ADAL" clId="{ACDE62D4-61AE-4C3B-8133-EBD825E9FB13}" dt="2026-09-04T07:38:42.794" v="1178" actId="20577"/>
        <pc:sldMkLst>
          <pc:docMk/>
          <pc:sldMk cId="3414199624" sldId="2147482900"/>
        </pc:sldMkLst>
        <pc:spChg chg="add mod">
          <ac:chgData name="최인호" userId="b4efcb7a-706e-4704-a9c1-aa210034272e" providerId="ADAL" clId="{ACDE62D4-61AE-4C3B-8133-EBD825E9FB13}" dt="2026-09-04T07:38:42.794" v="1178" actId="20577"/>
          <ac:spMkLst>
            <pc:docMk/>
            <pc:sldMk cId="3414199624" sldId="2147482900"/>
            <ac:spMk id="14" creationId="{3FFF2E86-8B52-F78C-82A3-0E6F465318F8}"/>
          </ac:spMkLst>
        </pc:spChg>
      </pc:sldChg>
      <pc:sldChg chg="modSp mod">
        <pc:chgData name="최인호" userId="b4efcb7a-706e-4704-a9c1-aa210034272e" providerId="ADAL" clId="{ACDE62D4-61AE-4C3B-8133-EBD825E9FB13}" dt="2026-09-04T07:39:58.008" v="1332" actId="1076"/>
        <pc:sldMkLst>
          <pc:docMk/>
          <pc:sldMk cId="845727787" sldId="2147482902"/>
        </pc:sldMkLst>
        <pc:spChg chg="mod">
          <ac:chgData name="최인호" userId="b4efcb7a-706e-4704-a9c1-aa210034272e" providerId="ADAL" clId="{ACDE62D4-61AE-4C3B-8133-EBD825E9FB13}" dt="2026-09-04T07:39:58.008" v="1332" actId="1076"/>
          <ac:spMkLst>
            <pc:docMk/>
            <pc:sldMk cId="845727787" sldId="2147482902"/>
            <ac:spMk id="5" creationId="{44D2716F-2D29-6D88-507C-EED2DA13F121}"/>
          </ac:spMkLst>
        </pc:spChg>
        <pc:spChg chg="mod">
          <ac:chgData name="최인호" userId="b4efcb7a-706e-4704-a9c1-aa210034272e" providerId="ADAL" clId="{ACDE62D4-61AE-4C3B-8133-EBD825E9FB13}" dt="2026-09-02T07:15:43.978" v="264" actId="20577"/>
          <ac:spMkLst>
            <pc:docMk/>
            <pc:sldMk cId="845727787" sldId="2147482902"/>
            <ac:spMk id="6" creationId="{742F4875-BD42-9186-DE80-07708CC6839F}"/>
          </ac:spMkLst>
        </pc:spChg>
        <pc:spChg chg="mod">
          <ac:chgData name="최인호" userId="b4efcb7a-706e-4704-a9c1-aa210034272e" providerId="ADAL" clId="{ACDE62D4-61AE-4C3B-8133-EBD825E9FB13}" dt="2026-09-04T07:39:54.270" v="1329" actId="1076"/>
          <ac:spMkLst>
            <pc:docMk/>
            <pc:sldMk cId="845727787" sldId="2147482902"/>
            <ac:spMk id="11" creationId="{AE0C4E7C-0815-4380-8459-233A6E93297D}"/>
          </ac:spMkLst>
        </pc:spChg>
        <pc:picChg chg="mod">
          <ac:chgData name="최인호" userId="b4efcb7a-706e-4704-a9c1-aa210034272e" providerId="ADAL" clId="{ACDE62D4-61AE-4C3B-8133-EBD825E9FB13}" dt="2026-09-04T07:39:54.270" v="1329" actId="1076"/>
          <ac:picMkLst>
            <pc:docMk/>
            <pc:sldMk cId="845727787" sldId="2147482902"/>
            <ac:picMk id="9" creationId="{A69F333B-4E45-A1A5-964C-B5CEE94F9114}"/>
          </ac:picMkLst>
        </pc:picChg>
      </pc:sldChg>
      <pc:sldChg chg="modSp mod">
        <pc:chgData name="최인호" userId="b4efcb7a-706e-4704-a9c1-aa210034272e" providerId="ADAL" clId="{ACDE62D4-61AE-4C3B-8133-EBD825E9FB13}" dt="2026-09-04T07:26:12.623" v="1092" actId="20577"/>
        <pc:sldMkLst>
          <pc:docMk/>
          <pc:sldMk cId="2648963353" sldId="2147482904"/>
        </pc:sldMkLst>
        <pc:spChg chg="mod">
          <ac:chgData name="최인호" userId="b4efcb7a-706e-4704-a9c1-aa210034272e" providerId="ADAL" clId="{ACDE62D4-61AE-4C3B-8133-EBD825E9FB13}" dt="2026-09-04T07:25:16.435" v="891" actId="20577"/>
          <ac:spMkLst>
            <pc:docMk/>
            <pc:sldMk cId="2648963353" sldId="2147482904"/>
            <ac:spMk id="2" creationId="{13F08831-C16E-2765-6894-948623429DF7}"/>
          </ac:spMkLst>
        </pc:spChg>
        <pc:spChg chg="mod">
          <ac:chgData name="최인호" userId="b4efcb7a-706e-4704-a9c1-aa210034272e" providerId="ADAL" clId="{ACDE62D4-61AE-4C3B-8133-EBD825E9FB13}" dt="2026-09-04T07:26:12.623" v="1092" actId="20577"/>
          <ac:spMkLst>
            <pc:docMk/>
            <pc:sldMk cId="2648963353" sldId="2147482904"/>
            <ac:spMk id="3" creationId="{936E829C-E9EC-4EDD-5885-2855D970204F}"/>
          </ac:spMkLst>
        </pc:spChg>
      </pc:sldChg>
      <pc:sldChg chg="add">
        <pc:chgData name="최인호" userId="b4efcb7a-706e-4704-a9c1-aa210034272e" providerId="ADAL" clId="{ACDE62D4-61AE-4C3B-8133-EBD825E9FB13}" dt="2026-08-27T12:44:00.327" v="12"/>
        <pc:sldMkLst>
          <pc:docMk/>
          <pc:sldMk cId="3663593388" sldId="2147482912"/>
        </pc:sldMkLst>
      </pc:sldChg>
      <pc:sldChg chg="addSp delSp modSp mod">
        <pc:chgData name="최인호" userId="b4efcb7a-706e-4704-a9c1-aa210034272e" providerId="ADAL" clId="{ACDE62D4-61AE-4C3B-8133-EBD825E9FB13}" dt="2026-09-06T07:12:59.701" v="1714" actId="20577"/>
        <pc:sldMkLst>
          <pc:docMk/>
          <pc:sldMk cId="1066071061" sldId="2147482916"/>
        </pc:sldMkLst>
        <pc:spChg chg="mod">
          <ac:chgData name="최인호" userId="b4efcb7a-706e-4704-a9c1-aa210034272e" providerId="ADAL" clId="{ACDE62D4-61AE-4C3B-8133-EBD825E9FB13}" dt="2026-09-04T07:40:10.653" v="1365" actId="20577"/>
          <ac:spMkLst>
            <pc:docMk/>
            <pc:sldMk cId="1066071061" sldId="2147482916"/>
            <ac:spMk id="3" creationId="{5E4AFBB7-E397-8472-7947-9C6A33EAF4BF}"/>
          </ac:spMkLst>
        </pc:spChg>
        <pc:spChg chg="add mod">
          <ac:chgData name="최인호" userId="b4efcb7a-706e-4704-a9c1-aa210034272e" providerId="ADAL" clId="{ACDE62D4-61AE-4C3B-8133-EBD825E9FB13}" dt="2026-09-06T07:12:59.701" v="1714" actId="20577"/>
          <ac:spMkLst>
            <pc:docMk/>
            <pc:sldMk cId="1066071061" sldId="2147482916"/>
            <ac:spMk id="14" creationId="{5BCD14F4-79C2-F6FC-D62D-39FEBDF892CD}"/>
          </ac:spMkLst>
        </pc:spChg>
        <pc:picChg chg="mod">
          <ac:chgData name="최인호" userId="b4efcb7a-706e-4704-a9c1-aa210034272e" providerId="ADAL" clId="{ACDE62D4-61AE-4C3B-8133-EBD825E9FB13}" dt="2026-09-01T07:23:02.777" v="228" actId="1076"/>
          <ac:picMkLst>
            <pc:docMk/>
            <pc:sldMk cId="1066071061" sldId="2147482916"/>
            <ac:picMk id="26" creationId="{AFCAFF1F-79DF-8680-02FB-50B8F95AA7B7}"/>
          </ac:picMkLst>
        </pc:picChg>
        <pc:picChg chg="mod">
          <ac:chgData name="최인호" userId="b4efcb7a-706e-4704-a9c1-aa210034272e" providerId="ADAL" clId="{ACDE62D4-61AE-4C3B-8133-EBD825E9FB13}" dt="2026-09-01T07:23:02.777" v="228" actId="1076"/>
          <ac:picMkLst>
            <pc:docMk/>
            <pc:sldMk cId="1066071061" sldId="2147482916"/>
            <ac:picMk id="28" creationId="{A85B416B-5B25-11C7-6E35-EA307248216B}"/>
          </ac:picMkLst>
        </pc:picChg>
      </pc:sldChg>
      <pc:sldChg chg="modSp mod">
        <pc:chgData name="최인호" userId="b4efcb7a-706e-4704-a9c1-aa210034272e" providerId="ADAL" clId="{ACDE62D4-61AE-4C3B-8133-EBD825E9FB13}" dt="2026-09-04T07:39:29.178" v="1328" actId="207"/>
        <pc:sldMkLst>
          <pc:docMk/>
          <pc:sldMk cId="645573470" sldId="2147482944"/>
        </pc:sldMkLst>
        <pc:spChg chg="mod">
          <ac:chgData name="최인호" userId="b4efcb7a-706e-4704-a9c1-aa210034272e" providerId="ADAL" clId="{ACDE62D4-61AE-4C3B-8133-EBD825E9FB13}" dt="2026-09-04T07:39:29.178" v="1328" actId="207"/>
          <ac:spMkLst>
            <pc:docMk/>
            <pc:sldMk cId="645573470" sldId="2147482944"/>
            <ac:spMk id="3" creationId="{252653A3-3B39-8258-F43F-99A3BE66B8DF}"/>
          </ac:spMkLst>
        </pc:spChg>
      </pc:sldChg>
      <pc:sldChg chg="add">
        <pc:chgData name="최인호" userId="b4efcb7a-706e-4704-a9c1-aa210034272e" providerId="ADAL" clId="{ACDE62D4-61AE-4C3B-8133-EBD825E9FB13}" dt="2026-08-27T12:35:33.235" v="9"/>
        <pc:sldMkLst>
          <pc:docMk/>
          <pc:sldMk cId="59993261" sldId="2147482945"/>
        </pc:sldMkLst>
      </pc:sldChg>
      <pc:sldChg chg="del">
        <pc:chgData name="최인호" userId="b4efcb7a-706e-4704-a9c1-aa210034272e" providerId="ADAL" clId="{ACDE62D4-61AE-4C3B-8133-EBD825E9FB13}" dt="2026-09-23T04:28:01.390" v="1715" actId="47"/>
        <pc:sldMkLst>
          <pc:docMk/>
          <pc:sldMk cId="2819793280" sldId="2147482961"/>
        </pc:sldMkLst>
      </pc:sldChg>
      <pc:sldChg chg="modSp mod">
        <pc:chgData name="최인호" userId="b4efcb7a-706e-4704-a9c1-aa210034272e" providerId="ADAL" clId="{ACDE62D4-61AE-4C3B-8133-EBD825E9FB13}" dt="2026-09-23T04:28:25.881" v="1717" actId="14100"/>
        <pc:sldMkLst>
          <pc:docMk/>
          <pc:sldMk cId="4051330086" sldId="2147482963"/>
        </pc:sldMkLst>
        <pc:spChg chg="mod">
          <ac:chgData name="최인호" userId="b4efcb7a-706e-4704-a9c1-aa210034272e" providerId="ADAL" clId="{ACDE62D4-61AE-4C3B-8133-EBD825E9FB13}" dt="2026-09-23T04:28:25.881" v="1717" actId="14100"/>
          <ac:spMkLst>
            <pc:docMk/>
            <pc:sldMk cId="4051330086" sldId="2147482963"/>
            <ac:spMk id="45" creationId="{B6BBDBE9-0FF1-1493-977B-ACAC3E93F8FE}"/>
          </ac:spMkLst>
        </pc:spChg>
      </pc:sldChg>
      <pc:sldChg chg="modSp mod">
        <pc:chgData name="최인호" userId="b4efcb7a-706e-4704-a9c1-aa210034272e" providerId="ADAL" clId="{ACDE62D4-61AE-4C3B-8133-EBD825E9FB13}" dt="2026-09-23T04:29:22.530" v="1737" actId="20577"/>
        <pc:sldMkLst>
          <pc:docMk/>
          <pc:sldMk cId="3906413038" sldId="2147482971"/>
        </pc:sldMkLst>
        <pc:spChg chg="mod">
          <ac:chgData name="최인호" userId="b4efcb7a-706e-4704-a9c1-aa210034272e" providerId="ADAL" clId="{ACDE62D4-61AE-4C3B-8133-EBD825E9FB13}" dt="2026-09-23T04:29:22.530" v="1737" actId="20577"/>
          <ac:spMkLst>
            <pc:docMk/>
            <pc:sldMk cId="3906413038" sldId="2147482971"/>
            <ac:spMk id="3" creationId="{1D5D2980-A8A8-DB85-2E65-284438585D5F}"/>
          </ac:spMkLst>
        </pc:spChg>
      </pc:sldChg>
      <pc:sldMasterChg chg="delSldLayout">
        <pc:chgData name="최인호" userId="b4efcb7a-706e-4704-a9c1-aa210034272e" providerId="ADAL" clId="{ACDE62D4-61AE-4C3B-8133-EBD825E9FB13}" dt="2026-08-27T12:43:59.470" v="11" actId="2696"/>
        <pc:sldMasterMkLst>
          <pc:docMk/>
          <pc:sldMasterMk cId="2438712584" sldId="2147483648"/>
        </pc:sldMasterMkLst>
      </pc:sldMasterChg>
    </pc:docChg>
  </pc:docChgLst>
  <pc:docChgLst>
    <pc:chgData name="최인호" userId="b4efcb7a-706e-4704-a9c1-aa210034272e" providerId="ADAL" clId="{9BDDE7DB-8B59-4016-95BD-7367634F3211}"/>
    <pc:docChg chg="undo redo custSel addSld delSld modSld sldOrd modMainMaster">
      <pc:chgData name="최인호" userId="b4efcb7a-706e-4704-a9c1-aa210034272e" providerId="ADAL" clId="{9BDDE7DB-8B59-4016-95BD-7367634F3211}" dt="2026-09-22T07:54:16.768" v="21546" actId="1076"/>
      <pc:docMkLst>
        <pc:docMk/>
      </pc:docMkLst>
      <pc:sldChg chg="modSp">
        <pc:chgData name="최인호" userId="b4efcb7a-706e-4704-a9c1-aa210034272e" providerId="ADAL" clId="{9BDDE7DB-8B59-4016-95BD-7367634F3211}" dt="2026-09-21T18:28:52.016" v="1079"/>
        <pc:sldMkLst>
          <pc:docMk/>
          <pc:sldMk cId="2251164975" sldId="316"/>
        </pc:sldMkLst>
        <pc:spChg chg="mod">
          <ac:chgData name="최인호" userId="b4efcb7a-706e-4704-a9c1-aa210034272e" providerId="ADAL" clId="{9BDDE7DB-8B59-4016-95BD-7367634F3211}" dt="2026-09-21T18:28:52.016" v="1079"/>
          <ac:spMkLst>
            <pc:docMk/>
            <pc:sldMk cId="2251164975" sldId="316"/>
            <ac:spMk id="4" creationId="{1C824986-BD3D-149D-0C26-8F39FE18F607}"/>
          </ac:spMkLst>
        </pc:spChg>
      </pc:sldChg>
      <pc:sldChg chg="modSp mod">
        <pc:chgData name="최인호" userId="b4efcb7a-706e-4704-a9c1-aa210034272e" providerId="ADAL" clId="{9BDDE7DB-8B59-4016-95BD-7367634F3211}" dt="2026-09-21T18:32:59.671" v="1571" actId="20577"/>
        <pc:sldMkLst>
          <pc:docMk/>
          <pc:sldMk cId="1921936451" sldId="1108"/>
        </pc:sldMkLst>
        <pc:spChg chg="mod">
          <ac:chgData name="최인호" userId="b4efcb7a-706e-4704-a9c1-aa210034272e" providerId="ADAL" clId="{9BDDE7DB-8B59-4016-95BD-7367634F3211}" dt="2026-09-21T18:32:39.583" v="1500" actId="20577"/>
          <ac:spMkLst>
            <pc:docMk/>
            <pc:sldMk cId="1921936451" sldId="1108"/>
            <ac:spMk id="4" creationId="{78CFDE1A-C040-8B35-0D56-E145A5A81C09}"/>
          </ac:spMkLst>
        </pc:spChg>
        <pc:spChg chg="mod">
          <ac:chgData name="최인호" userId="b4efcb7a-706e-4704-a9c1-aa210034272e" providerId="ADAL" clId="{9BDDE7DB-8B59-4016-95BD-7367634F3211}" dt="2026-09-21T18:32:59.671" v="1571" actId="20577"/>
          <ac:spMkLst>
            <pc:docMk/>
            <pc:sldMk cId="1921936451" sldId="1108"/>
            <ac:spMk id="5" creationId="{886D90FB-8F9B-527F-6735-327D19D40E7C}"/>
          </ac:spMkLst>
        </pc:spChg>
      </pc:sldChg>
      <pc:sldChg chg="addSp add del mod ord">
        <pc:chgData name="최인호" userId="b4efcb7a-706e-4704-a9c1-aa210034272e" providerId="ADAL" clId="{9BDDE7DB-8B59-4016-95BD-7367634F3211}" dt="2026-09-21T20:04:51.201" v="8702" actId="2696"/>
        <pc:sldMkLst>
          <pc:docMk/>
          <pc:sldMk cId="1065886301" sldId="2147482816"/>
        </pc:sldMkLst>
      </pc:sldChg>
      <pc:sldChg chg="modSp mod">
        <pc:chgData name="최인호" userId="b4efcb7a-706e-4704-a9c1-aa210034272e" providerId="ADAL" clId="{9BDDE7DB-8B59-4016-95BD-7367634F3211}" dt="2026-09-21T18:31:53.655" v="1425" actId="6549"/>
        <pc:sldMkLst>
          <pc:docMk/>
          <pc:sldMk cId="3328109715" sldId="2147482843"/>
        </pc:sldMkLst>
        <pc:spChg chg="mod">
          <ac:chgData name="최인호" userId="b4efcb7a-706e-4704-a9c1-aa210034272e" providerId="ADAL" clId="{9BDDE7DB-8B59-4016-95BD-7367634F3211}" dt="2026-09-21T18:31:53.655" v="1425" actId="6549"/>
          <ac:spMkLst>
            <pc:docMk/>
            <pc:sldMk cId="3328109715" sldId="2147482843"/>
            <ac:spMk id="3" creationId="{9CC9B552-CA1A-3324-49CC-E81DFF56D50C}"/>
          </ac:spMkLst>
        </pc:spChg>
        <pc:spChg chg="mod">
          <ac:chgData name="최인호" userId="b4efcb7a-706e-4704-a9c1-aa210034272e" providerId="ADAL" clId="{9BDDE7DB-8B59-4016-95BD-7367634F3211}" dt="2026-09-21T18:29:28.490" v="1082"/>
          <ac:spMkLst>
            <pc:docMk/>
            <pc:sldMk cId="3328109715" sldId="2147482843"/>
            <ac:spMk id="10" creationId="{DFC8C54A-6CF0-9A35-FD94-B19DD509B685}"/>
          </ac:spMkLst>
        </pc:spChg>
        <pc:spChg chg="mod">
          <ac:chgData name="최인호" userId="b4efcb7a-706e-4704-a9c1-aa210034272e" providerId="ADAL" clId="{9BDDE7DB-8B59-4016-95BD-7367634F3211}" dt="2026-09-21T18:29:13.578" v="1080"/>
          <ac:spMkLst>
            <pc:docMk/>
            <pc:sldMk cId="3328109715" sldId="2147482843"/>
            <ac:spMk id="12" creationId="{BA38D97A-EE4C-29FC-D3E3-D31E102E1083}"/>
          </ac:spMkLst>
        </pc:spChg>
      </pc:sldChg>
      <pc:sldChg chg="addSp modSp mod">
        <pc:chgData name="최인호" userId="b4efcb7a-706e-4704-a9c1-aa210034272e" providerId="ADAL" clId="{9BDDE7DB-8B59-4016-95BD-7367634F3211}" dt="2026-09-21T19:19:43.261" v="4263" actId="20577"/>
        <pc:sldMkLst>
          <pc:docMk/>
          <pc:sldMk cId="664521859" sldId="2147482850"/>
        </pc:sldMkLst>
        <pc:spChg chg="mod">
          <ac:chgData name="최인호" userId="b4efcb7a-706e-4704-a9c1-aa210034272e" providerId="ADAL" clId="{9BDDE7DB-8B59-4016-95BD-7367634F3211}" dt="2026-09-21T19:19:43.261" v="4263" actId="20577"/>
          <ac:spMkLst>
            <pc:docMk/>
            <pc:sldMk cId="664521859" sldId="2147482850"/>
            <ac:spMk id="3" creationId="{DFDC104A-C66A-55D3-FF6C-1348FB0C0CF5}"/>
          </ac:spMkLst>
        </pc:spChg>
        <pc:spChg chg="add">
          <ac:chgData name="최인호" userId="b4efcb7a-706e-4704-a9c1-aa210034272e" providerId="ADAL" clId="{9BDDE7DB-8B59-4016-95BD-7367634F3211}" dt="2026-08-30T06:38:18.859" v="924" actId="22"/>
          <ac:spMkLst>
            <pc:docMk/>
            <pc:sldMk cId="664521859" sldId="2147482850"/>
            <ac:spMk id="6" creationId="{A0A39E1F-757A-852E-0BE9-9F8C5FE92528}"/>
          </ac:spMkLst>
        </pc:spChg>
        <pc:spChg chg="mod">
          <ac:chgData name="최인호" userId="b4efcb7a-706e-4704-a9c1-aa210034272e" providerId="ADAL" clId="{9BDDE7DB-8B59-4016-95BD-7367634F3211}" dt="2026-09-21T19:18:12.582" v="4240" actId="20577"/>
          <ac:spMkLst>
            <pc:docMk/>
            <pc:sldMk cId="664521859" sldId="2147482850"/>
            <ac:spMk id="9" creationId="{5EA00043-A5FE-70D7-E872-C56CBCD3A0AC}"/>
          </ac:spMkLst>
        </pc:spChg>
      </pc:sldChg>
      <pc:sldChg chg="addSp delSp modSp mod">
        <pc:chgData name="최인호" userId="b4efcb7a-706e-4704-a9c1-aa210034272e" providerId="ADAL" clId="{9BDDE7DB-8B59-4016-95BD-7367634F3211}" dt="2026-09-21T18:43:52.711" v="2380" actId="20577"/>
        <pc:sldMkLst>
          <pc:docMk/>
          <pc:sldMk cId="3952952479" sldId="2147482854"/>
        </pc:sldMkLst>
        <pc:spChg chg="mod">
          <ac:chgData name="최인호" userId="b4efcb7a-706e-4704-a9c1-aa210034272e" providerId="ADAL" clId="{9BDDE7DB-8B59-4016-95BD-7367634F3211}" dt="2026-09-21T18:43:12.297" v="2276" actId="1076"/>
          <ac:spMkLst>
            <pc:docMk/>
            <pc:sldMk cId="3952952479" sldId="2147482854"/>
            <ac:spMk id="3" creationId="{DFDC104A-C66A-55D3-FF6C-1348FB0C0CF5}"/>
          </ac:spMkLst>
        </pc:spChg>
        <pc:spChg chg="del">
          <ac:chgData name="최인호" userId="b4efcb7a-706e-4704-a9c1-aa210034272e" providerId="ADAL" clId="{9BDDE7DB-8B59-4016-95BD-7367634F3211}" dt="2026-09-21T18:41:38.438" v="2039" actId="21"/>
          <ac:spMkLst>
            <pc:docMk/>
            <pc:sldMk cId="3952952479" sldId="2147482854"/>
            <ac:spMk id="4" creationId="{0DCF4E5F-F812-DBA6-B189-7369135915DC}"/>
          </ac:spMkLst>
        </pc:spChg>
        <pc:spChg chg="del">
          <ac:chgData name="최인호" userId="b4efcb7a-706e-4704-a9c1-aa210034272e" providerId="ADAL" clId="{9BDDE7DB-8B59-4016-95BD-7367634F3211}" dt="2026-09-21T18:41:25.980" v="2029" actId="21"/>
          <ac:spMkLst>
            <pc:docMk/>
            <pc:sldMk cId="3952952479" sldId="2147482854"/>
            <ac:spMk id="5" creationId="{B3DD52AD-23F9-44AD-7268-24B736FB57E1}"/>
          </ac:spMkLst>
        </pc:spChg>
        <pc:spChg chg="del">
          <ac:chgData name="최인호" userId="b4efcb7a-706e-4704-a9c1-aa210034272e" providerId="ADAL" clId="{9BDDE7DB-8B59-4016-95BD-7367634F3211}" dt="2026-09-21T18:42:20.124" v="2254" actId="21"/>
          <ac:spMkLst>
            <pc:docMk/>
            <pc:sldMk cId="3952952479" sldId="2147482854"/>
            <ac:spMk id="8" creationId="{465621C3-C1A5-2090-7250-8195F2E78789}"/>
          </ac:spMkLst>
        </pc:spChg>
        <pc:spChg chg="add">
          <ac:chgData name="최인호" userId="b4efcb7a-706e-4704-a9c1-aa210034272e" providerId="ADAL" clId="{9BDDE7DB-8B59-4016-95BD-7367634F3211}" dt="2026-08-30T06:39:26.556" v="1029" actId="22"/>
          <ac:spMkLst>
            <pc:docMk/>
            <pc:sldMk cId="3952952479" sldId="2147482854"/>
            <ac:spMk id="11" creationId="{9F7C37EA-965F-C764-8EC3-39A3AD52218E}"/>
          </ac:spMkLst>
        </pc:spChg>
        <pc:spChg chg="del mod">
          <ac:chgData name="최인호" userId="b4efcb7a-706e-4704-a9c1-aa210034272e" providerId="ADAL" clId="{9BDDE7DB-8B59-4016-95BD-7367634F3211}" dt="2026-09-21T18:41:38.438" v="2039" actId="21"/>
          <ac:spMkLst>
            <pc:docMk/>
            <pc:sldMk cId="3952952479" sldId="2147482854"/>
            <ac:spMk id="17" creationId="{AE001F6F-60A0-061D-5EDC-437F72F08346}"/>
          </ac:spMkLst>
        </pc:spChg>
        <pc:spChg chg="add del mod">
          <ac:chgData name="최인호" userId="b4efcb7a-706e-4704-a9c1-aa210034272e" providerId="ADAL" clId="{9BDDE7DB-8B59-4016-95BD-7367634F3211}" dt="2026-09-21T18:43:19.533" v="2282" actId="1076"/>
          <ac:spMkLst>
            <pc:docMk/>
            <pc:sldMk cId="3952952479" sldId="2147482854"/>
            <ac:spMk id="22" creationId="{EE4F2F6F-5C35-7DB0-4E70-C9F6349DF516}"/>
          </ac:spMkLst>
        </pc:spChg>
        <pc:spChg chg="add del mod">
          <ac:chgData name="최인호" userId="b4efcb7a-706e-4704-a9c1-aa210034272e" providerId="ADAL" clId="{9BDDE7DB-8B59-4016-95BD-7367634F3211}" dt="2026-09-21T18:41:40.744" v="2042" actId="21"/>
          <ac:spMkLst>
            <pc:docMk/>
            <pc:sldMk cId="3952952479" sldId="2147482854"/>
            <ac:spMk id="24" creationId="{1110CB09-20C6-BC34-2521-9A12E48732BB}"/>
          </ac:spMkLst>
        </pc:spChg>
        <pc:spChg chg="add del mod">
          <ac:chgData name="최인호" userId="b4efcb7a-706e-4704-a9c1-aa210034272e" providerId="ADAL" clId="{9BDDE7DB-8B59-4016-95BD-7367634F3211}" dt="2026-09-21T18:43:19.533" v="2282" actId="1076"/>
          <ac:spMkLst>
            <pc:docMk/>
            <pc:sldMk cId="3952952479" sldId="2147482854"/>
            <ac:spMk id="25" creationId="{8A30D32E-5AD2-95A9-0189-EFFC7D87985B}"/>
          </ac:spMkLst>
        </pc:spChg>
        <pc:spChg chg="add del mod">
          <ac:chgData name="최인호" userId="b4efcb7a-706e-4704-a9c1-aa210034272e" providerId="ADAL" clId="{9BDDE7DB-8B59-4016-95BD-7367634F3211}" dt="2026-09-21T18:43:19.533" v="2282" actId="1076"/>
          <ac:spMkLst>
            <pc:docMk/>
            <pc:sldMk cId="3952952479" sldId="2147482854"/>
            <ac:spMk id="30" creationId="{2AFAC75F-27DE-F459-F81D-9B0330EC77D5}"/>
          </ac:spMkLst>
        </pc:spChg>
        <pc:spChg chg="add mod">
          <ac:chgData name="최인호" userId="b4efcb7a-706e-4704-a9c1-aa210034272e" providerId="ADAL" clId="{9BDDE7DB-8B59-4016-95BD-7367634F3211}" dt="2026-09-21T18:43:38.738" v="2341" actId="1076"/>
          <ac:spMkLst>
            <pc:docMk/>
            <pc:sldMk cId="3952952479" sldId="2147482854"/>
            <ac:spMk id="32" creationId="{9FC72815-BCCB-2B38-8929-631DE09D8CC8}"/>
          </ac:spMkLst>
        </pc:spChg>
        <pc:spChg chg="add mod">
          <ac:chgData name="최인호" userId="b4efcb7a-706e-4704-a9c1-aa210034272e" providerId="ADAL" clId="{9BDDE7DB-8B59-4016-95BD-7367634F3211}" dt="2026-09-21T18:43:52.711" v="2380" actId="20577"/>
          <ac:spMkLst>
            <pc:docMk/>
            <pc:sldMk cId="3952952479" sldId="2147482854"/>
            <ac:spMk id="33" creationId="{95E0FCB0-923C-41B6-B16F-61ACAA58DFFF}"/>
          </ac:spMkLst>
        </pc:spChg>
        <pc:picChg chg="del mod">
          <ac:chgData name="최인호" userId="b4efcb7a-706e-4704-a9c1-aa210034272e" providerId="ADAL" clId="{9BDDE7DB-8B59-4016-95BD-7367634F3211}" dt="2026-09-21T18:42:29.797" v="2261" actId="21"/>
          <ac:picMkLst>
            <pc:docMk/>
            <pc:sldMk cId="3952952479" sldId="2147482854"/>
            <ac:picMk id="7" creationId="{A47BECB7-952B-D971-8626-2A960D745B22}"/>
          </ac:picMkLst>
        </pc:picChg>
        <pc:picChg chg="del">
          <ac:chgData name="최인호" userId="b4efcb7a-706e-4704-a9c1-aa210034272e" providerId="ADAL" clId="{9BDDE7DB-8B59-4016-95BD-7367634F3211}" dt="2026-09-21T18:42:45.216" v="2263" actId="21"/>
          <ac:picMkLst>
            <pc:docMk/>
            <pc:sldMk cId="3952952479" sldId="2147482854"/>
            <ac:picMk id="10" creationId="{33886AC4-F3D6-B31C-F9BA-E772CAE11802}"/>
          </ac:picMkLst>
        </pc:picChg>
        <pc:picChg chg="add del mod">
          <ac:chgData name="최인호" userId="b4efcb7a-706e-4704-a9c1-aa210034272e" providerId="ADAL" clId="{9BDDE7DB-8B59-4016-95BD-7367634F3211}" dt="2026-09-21T18:40:52.360" v="2015" actId="21"/>
          <ac:picMkLst>
            <pc:docMk/>
            <pc:sldMk cId="3952952479" sldId="2147482854"/>
            <ac:picMk id="12" creationId="{DF8D50B0-5467-40A8-41F2-04F4DDF9FAC7}"/>
          </ac:picMkLst>
        </pc:picChg>
        <pc:picChg chg="del">
          <ac:chgData name="최인호" userId="b4efcb7a-706e-4704-a9c1-aa210034272e" providerId="ADAL" clId="{9BDDE7DB-8B59-4016-95BD-7367634F3211}" dt="2026-09-21T18:40:53.776" v="2017" actId="21"/>
          <ac:picMkLst>
            <pc:docMk/>
            <pc:sldMk cId="3952952479" sldId="2147482854"/>
            <ac:picMk id="14" creationId="{77A6D81E-385E-B482-8141-3B4938B4581A}"/>
          </ac:picMkLst>
        </pc:picChg>
        <pc:picChg chg="add del mod">
          <ac:chgData name="최인호" userId="b4efcb7a-706e-4704-a9c1-aa210034272e" providerId="ADAL" clId="{9BDDE7DB-8B59-4016-95BD-7367634F3211}" dt="2026-09-21T18:43:19.533" v="2282" actId="1076"/>
          <ac:picMkLst>
            <pc:docMk/>
            <pc:sldMk cId="3952952479" sldId="2147482854"/>
            <ac:picMk id="15" creationId="{29FE93EB-5807-65C4-3390-8FB674C82620}"/>
          </ac:picMkLst>
        </pc:picChg>
        <pc:picChg chg="del">
          <ac:chgData name="최인호" userId="b4efcb7a-706e-4704-a9c1-aa210034272e" providerId="ADAL" clId="{9BDDE7DB-8B59-4016-95BD-7367634F3211}" dt="2026-09-21T18:41:22.640" v="2027" actId="21"/>
          <ac:picMkLst>
            <pc:docMk/>
            <pc:sldMk cId="3952952479" sldId="2147482854"/>
            <ac:picMk id="16" creationId="{9A7674B7-5687-A6D1-7697-FB2024F97246}"/>
          </ac:picMkLst>
        </pc:picChg>
        <pc:picChg chg="del mod">
          <ac:chgData name="최인호" userId="b4efcb7a-706e-4704-a9c1-aa210034272e" providerId="ADAL" clId="{9BDDE7DB-8B59-4016-95BD-7367634F3211}" dt="2026-09-21T18:41:32.612" v="2032" actId="21"/>
          <ac:picMkLst>
            <pc:docMk/>
            <pc:sldMk cId="3952952479" sldId="2147482854"/>
            <ac:picMk id="19" creationId="{62A8E239-81AD-B758-D5BF-B9E239E85B45}"/>
          </ac:picMkLst>
        </pc:picChg>
        <pc:picChg chg="add del mod">
          <ac:chgData name="최인호" userId="b4efcb7a-706e-4704-a9c1-aa210034272e" providerId="ADAL" clId="{9BDDE7DB-8B59-4016-95BD-7367634F3211}" dt="2026-09-21T18:43:21.007" v="2283" actId="1076"/>
          <ac:picMkLst>
            <pc:docMk/>
            <pc:sldMk cId="3952952479" sldId="2147482854"/>
            <ac:picMk id="20" creationId="{E4983EE5-C2C5-C155-81B4-B3BE87474F57}"/>
          </ac:picMkLst>
        </pc:picChg>
        <pc:picChg chg="add del mod">
          <ac:chgData name="최인호" userId="b4efcb7a-706e-4704-a9c1-aa210034272e" providerId="ADAL" clId="{9BDDE7DB-8B59-4016-95BD-7367634F3211}" dt="2026-09-21T18:43:06.081" v="2270" actId="21"/>
          <ac:picMkLst>
            <pc:docMk/>
            <pc:sldMk cId="3952952479" sldId="2147482854"/>
            <ac:picMk id="27" creationId="{007AB46F-A537-E339-806A-98BF59EB0E1D}"/>
          </ac:picMkLst>
        </pc:picChg>
        <pc:picChg chg="add del mod">
          <ac:chgData name="최인호" userId="b4efcb7a-706e-4704-a9c1-aa210034272e" providerId="ADAL" clId="{9BDDE7DB-8B59-4016-95BD-7367634F3211}" dt="2026-09-21T18:43:50.148" v="2370" actId="1076"/>
          <ac:picMkLst>
            <pc:docMk/>
            <pc:sldMk cId="3952952479" sldId="2147482854"/>
            <ac:picMk id="29" creationId="{D9077B62-A5A2-7A43-A207-B43A6DB19603}"/>
          </ac:picMkLst>
        </pc:picChg>
      </pc:sldChg>
      <pc:sldChg chg="addSp delSp modSp mod">
        <pc:chgData name="최인호" userId="b4efcb7a-706e-4704-a9c1-aa210034272e" providerId="ADAL" clId="{9BDDE7DB-8B59-4016-95BD-7367634F3211}" dt="2026-09-21T19:10:22.430" v="3912" actId="6549"/>
        <pc:sldMkLst>
          <pc:docMk/>
          <pc:sldMk cId="4079104517" sldId="2147482861"/>
        </pc:sldMkLst>
        <pc:spChg chg="mod">
          <ac:chgData name="최인호" userId="b4efcb7a-706e-4704-a9c1-aa210034272e" providerId="ADAL" clId="{9BDDE7DB-8B59-4016-95BD-7367634F3211}" dt="2026-09-21T19:10:22.430" v="3912" actId="6549"/>
          <ac:spMkLst>
            <pc:docMk/>
            <pc:sldMk cId="4079104517" sldId="2147482861"/>
            <ac:spMk id="2" creationId="{68862BAE-0036-7E8B-9F4A-15080B5ED024}"/>
          </ac:spMkLst>
        </pc:spChg>
        <pc:spChg chg="mod">
          <ac:chgData name="최인호" userId="b4efcb7a-706e-4704-a9c1-aa210034272e" providerId="ADAL" clId="{9BDDE7DB-8B59-4016-95BD-7367634F3211}" dt="2026-09-21T19:06:58.592" v="3493" actId="20577"/>
          <ac:spMkLst>
            <pc:docMk/>
            <pc:sldMk cId="4079104517" sldId="2147482861"/>
            <ac:spMk id="3" creationId="{DFDC104A-C66A-55D3-FF6C-1348FB0C0CF5}"/>
          </ac:spMkLst>
        </pc:spChg>
        <pc:spChg chg="add mod">
          <ac:chgData name="최인호" userId="b4efcb7a-706e-4704-a9c1-aa210034272e" providerId="ADAL" clId="{9BDDE7DB-8B59-4016-95BD-7367634F3211}" dt="2026-08-30T06:38:15.130" v="921"/>
          <ac:spMkLst>
            <pc:docMk/>
            <pc:sldMk cId="4079104517" sldId="2147482861"/>
            <ac:spMk id="6" creationId="{FA5C5229-EFBC-90B1-CA1E-823DC0348981}"/>
          </ac:spMkLst>
        </pc:spChg>
        <pc:spChg chg="add mod">
          <ac:chgData name="최인호" userId="b4efcb7a-706e-4704-a9c1-aa210034272e" providerId="ADAL" clId="{9BDDE7DB-8B59-4016-95BD-7367634F3211}" dt="2026-09-21T19:09:36.695" v="3864" actId="1076"/>
          <ac:spMkLst>
            <pc:docMk/>
            <pc:sldMk cId="4079104517" sldId="2147482861"/>
            <ac:spMk id="15" creationId="{2590E8DD-BEA6-07C0-F249-E2C527685266}"/>
          </ac:spMkLst>
        </pc:spChg>
        <pc:spChg chg="add mod">
          <ac:chgData name="최인호" userId="b4efcb7a-706e-4704-a9c1-aa210034272e" providerId="ADAL" clId="{9BDDE7DB-8B59-4016-95BD-7367634F3211}" dt="2026-09-21T19:03:19.283" v="3231" actId="207"/>
          <ac:spMkLst>
            <pc:docMk/>
            <pc:sldMk cId="4079104517" sldId="2147482861"/>
            <ac:spMk id="17" creationId="{8F2B3E20-E1B7-16D5-1BC1-DFE664C7CFC8}"/>
          </ac:spMkLst>
        </pc:spChg>
        <pc:picChg chg="del">
          <ac:chgData name="최인호" userId="b4efcb7a-706e-4704-a9c1-aa210034272e" providerId="ADAL" clId="{9BDDE7DB-8B59-4016-95BD-7367634F3211}" dt="2026-09-21T18:53:25.064" v="2402" actId="21"/>
          <ac:picMkLst>
            <pc:docMk/>
            <pc:sldMk cId="4079104517" sldId="2147482861"/>
            <ac:picMk id="7" creationId="{2C9B7977-CE07-A6D6-E381-FEE2FF58D832}"/>
          </ac:picMkLst>
        </pc:picChg>
        <pc:picChg chg="add mod">
          <ac:chgData name="최인호" userId="b4efcb7a-706e-4704-a9c1-aa210034272e" providerId="ADAL" clId="{9BDDE7DB-8B59-4016-95BD-7367634F3211}" dt="2026-09-21T19:02:49.444" v="3185" actId="1076"/>
          <ac:picMkLst>
            <pc:docMk/>
            <pc:sldMk cId="4079104517" sldId="2147482861"/>
            <ac:picMk id="8" creationId="{4A321422-D8CD-CA58-C654-AD88A31FFD58}"/>
          </ac:picMkLst>
        </pc:picChg>
        <pc:picChg chg="del">
          <ac:chgData name="최인호" userId="b4efcb7a-706e-4704-a9c1-aa210034272e" providerId="ADAL" clId="{9BDDE7DB-8B59-4016-95BD-7367634F3211}" dt="2026-09-21T18:53:23.475" v="2400" actId="21"/>
          <ac:picMkLst>
            <pc:docMk/>
            <pc:sldMk cId="4079104517" sldId="2147482861"/>
            <ac:picMk id="9" creationId="{5133B234-40CF-8549-0CA4-2D67C3E43A2A}"/>
          </ac:picMkLst>
        </pc:picChg>
        <pc:picChg chg="add del mod">
          <ac:chgData name="최인호" userId="b4efcb7a-706e-4704-a9c1-aa210034272e" providerId="ADAL" clId="{9BDDE7DB-8B59-4016-95BD-7367634F3211}" dt="2026-09-21T18:56:11.041" v="2411" actId="21"/>
          <ac:picMkLst>
            <pc:docMk/>
            <pc:sldMk cId="4079104517" sldId="2147482861"/>
            <ac:picMk id="10" creationId="{C805F22C-AA23-E287-24B0-5AC2DC2580A3}"/>
          </ac:picMkLst>
        </pc:picChg>
        <pc:picChg chg="add mod">
          <ac:chgData name="최인호" userId="b4efcb7a-706e-4704-a9c1-aa210034272e" providerId="ADAL" clId="{9BDDE7DB-8B59-4016-95BD-7367634F3211}" dt="2026-09-21T19:02:48.517" v="3184" actId="1076"/>
          <ac:picMkLst>
            <pc:docMk/>
            <pc:sldMk cId="4079104517" sldId="2147482861"/>
            <ac:picMk id="12" creationId="{6A6D9582-3FE9-BC7C-060F-7447B42162A7}"/>
          </ac:picMkLst>
        </pc:picChg>
        <pc:cxnChg chg="add mod">
          <ac:chgData name="최인호" userId="b4efcb7a-706e-4704-a9c1-aa210034272e" providerId="ADAL" clId="{9BDDE7DB-8B59-4016-95BD-7367634F3211}" dt="2026-09-21T19:03:49.281" v="3289" actId="14100"/>
          <ac:cxnSpMkLst>
            <pc:docMk/>
            <pc:sldMk cId="4079104517" sldId="2147482861"/>
            <ac:cxnSpMk id="14" creationId="{1342D60A-695E-1DDA-1115-2C4E987CFFE5}"/>
          </ac:cxnSpMkLst>
        </pc:cxnChg>
      </pc:sldChg>
      <pc:sldChg chg="addSp modSp mod">
        <pc:chgData name="최인호" userId="b4efcb7a-706e-4704-a9c1-aa210034272e" providerId="ADAL" clId="{9BDDE7DB-8B59-4016-95BD-7367634F3211}" dt="2026-09-22T06:07:39.837" v="18777" actId="404"/>
        <pc:sldMkLst>
          <pc:docMk/>
          <pc:sldMk cId="3348286730" sldId="2147482863"/>
        </pc:sldMkLst>
        <pc:spChg chg="mod">
          <ac:chgData name="최인호" userId="b4efcb7a-706e-4704-a9c1-aa210034272e" providerId="ADAL" clId="{9BDDE7DB-8B59-4016-95BD-7367634F3211}" dt="2026-09-21T19:10:36.955" v="3945" actId="21"/>
          <ac:spMkLst>
            <pc:docMk/>
            <pc:sldMk cId="3348286730" sldId="2147482863"/>
            <ac:spMk id="2" creationId="{47C175C1-205E-BD1F-70B3-2693CCF52F53}"/>
          </ac:spMkLst>
        </pc:spChg>
        <pc:spChg chg="mod">
          <ac:chgData name="최인호" userId="b4efcb7a-706e-4704-a9c1-aa210034272e" providerId="ADAL" clId="{9BDDE7DB-8B59-4016-95BD-7367634F3211}" dt="2026-09-21T19:11:25.369" v="4124" actId="20577"/>
          <ac:spMkLst>
            <pc:docMk/>
            <pc:sldMk cId="3348286730" sldId="2147482863"/>
            <ac:spMk id="3" creationId="{B2A31C6C-05B7-F2FA-08D3-CB25B49EFFB1}"/>
          </ac:spMkLst>
        </pc:spChg>
        <pc:spChg chg="mod">
          <ac:chgData name="최인호" userId="b4efcb7a-706e-4704-a9c1-aa210034272e" providerId="ADAL" clId="{9BDDE7DB-8B59-4016-95BD-7367634F3211}" dt="2026-09-21T18:35:12.312" v="1613" actId="21"/>
          <ac:spMkLst>
            <pc:docMk/>
            <pc:sldMk cId="3348286730" sldId="2147482863"/>
            <ac:spMk id="5" creationId="{720272C6-0EF4-82BC-36F2-1557E2FDC6CD}"/>
          </ac:spMkLst>
        </pc:spChg>
        <pc:spChg chg="mod">
          <ac:chgData name="최인호" userId="b4efcb7a-706e-4704-a9c1-aa210034272e" providerId="ADAL" clId="{9BDDE7DB-8B59-4016-95BD-7367634F3211}" dt="2026-09-21T18:34:26.024" v="1605" actId="21"/>
          <ac:spMkLst>
            <pc:docMk/>
            <pc:sldMk cId="3348286730" sldId="2147482863"/>
            <ac:spMk id="8" creationId="{F7CD696B-1664-40FE-FA36-4F71262BC102}"/>
          </ac:spMkLst>
        </pc:spChg>
        <pc:spChg chg="add">
          <ac:chgData name="최인호" userId="b4efcb7a-706e-4704-a9c1-aa210034272e" providerId="ADAL" clId="{9BDDE7DB-8B59-4016-95BD-7367634F3211}" dt="2026-08-30T06:38:18.100" v="923" actId="22"/>
          <ac:spMkLst>
            <pc:docMk/>
            <pc:sldMk cId="3348286730" sldId="2147482863"/>
            <ac:spMk id="9" creationId="{576FF38E-C63E-A8D2-D4E8-9EBAA07CE368}"/>
          </ac:spMkLst>
        </pc:spChg>
        <pc:spChg chg="mod">
          <ac:chgData name="최인호" userId="b4efcb7a-706e-4704-a9c1-aa210034272e" providerId="ADAL" clId="{9BDDE7DB-8B59-4016-95BD-7367634F3211}" dt="2026-09-22T06:07:39.837" v="18777" actId="404"/>
          <ac:spMkLst>
            <pc:docMk/>
            <pc:sldMk cId="3348286730" sldId="2147482863"/>
            <ac:spMk id="20" creationId="{535AF031-3230-221D-36BE-0909D6AC4765}"/>
          </ac:spMkLst>
        </pc:spChg>
        <pc:spChg chg="mod">
          <ac:chgData name="최인호" userId="b4efcb7a-706e-4704-a9c1-aa210034272e" providerId="ADAL" clId="{9BDDE7DB-8B59-4016-95BD-7367634F3211}" dt="2026-09-21T18:34:31.095" v="1606" actId="21"/>
          <ac:spMkLst>
            <pc:docMk/>
            <pc:sldMk cId="3348286730" sldId="2147482863"/>
            <ac:spMk id="22" creationId="{2D31AC27-7620-E3E0-7CCF-62C1C2832994}"/>
          </ac:spMkLst>
        </pc:spChg>
      </pc:sldChg>
      <pc:sldChg chg="addSp del mod">
        <pc:chgData name="최인호" userId="b4efcb7a-706e-4704-a9c1-aa210034272e" providerId="ADAL" clId="{9BDDE7DB-8B59-4016-95BD-7367634F3211}" dt="2026-09-21T19:04:14.899" v="3322" actId="2696"/>
        <pc:sldMkLst>
          <pc:docMk/>
          <pc:sldMk cId="3002138471" sldId="2147482864"/>
        </pc:sldMkLst>
      </pc:sldChg>
      <pc:sldChg chg="addSp delSp modSp mod">
        <pc:chgData name="최인호" userId="b4efcb7a-706e-4704-a9c1-aa210034272e" providerId="ADAL" clId="{9BDDE7DB-8B59-4016-95BD-7367634F3211}" dt="2026-09-22T06:20:54.246" v="20549" actId="1076"/>
        <pc:sldMkLst>
          <pc:docMk/>
          <pc:sldMk cId="4044066753" sldId="2147482865"/>
        </pc:sldMkLst>
        <pc:spChg chg="mod">
          <ac:chgData name="최인호" userId="b4efcb7a-706e-4704-a9c1-aa210034272e" providerId="ADAL" clId="{9BDDE7DB-8B59-4016-95BD-7367634F3211}" dt="2026-09-21T19:28:46.195" v="5282" actId="20577"/>
          <ac:spMkLst>
            <pc:docMk/>
            <pc:sldMk cId="4044066753" sldId="2147482865"/>
            <ac:spMk id="2" creationId="{F7CC5952-8139-3164-3233-C0D6E33F7040}"/>
          </ac:spMkLst>
        </pc:spChg>
        <pc:spChg chg="mod">
          <ac:chgData name="최인호" userId="b4efcb7a-706e-4704-a9c1-aa210034272e" providerId="ADAL" clId="{9BDDE7DB-8B59-4016-95BD-7367634F3211}" dt="2026-09-21T19:29:29.377" v="5324" actId="20577"/>
          <ac:spMkLst>
            <pc:docMk/>
            <pc:sldMk cId="4044066753" sldId="2147482865"/>
            <ac:spMk id="3" creationId="{6CF48F2D-853C-95AB-FDF2-470C8C4DEB47}"/>
          </ac:spMkLst>
        </pc:spChg>
        <pc:spChg chg="mod">
          <ac:chgData name="최인호" userId="b4efcb7a-706e-4704-a9c1-aa210034272e" providerId="ADAL" clId="{9BDDE7DB-8B59-4016-95BD-7367634F3211}" dt="2026-09-21T19:23:03.967" v="4503" actId="1076"/>
          <ac:spMkLst>
            <pc:docMk/>
            <pc:sldMk cId="4044066753" sldId="2147482865"/>
            <ac:spMk id="6" creationId="{DEC6D475-2606-66E9-1816-F5E08CACA80B}"/>
          </ac:spMkLst>
        </pc:spChg>
        <pc:spChg chg="add">
          <ac:chgData name="최인호" userId="b4efcb7a-706e-4704-a9c1-aa210034272e" providerId="ADAL" clId="{9BDDE7DB-8B59-4016-95BD-7367634F3211}" dt="2026-08-30T06:38:19.548" v="925" actId="22"/>
          <ac:spMkLst>
            <pc:docMk/>
            <pc:sldMk cId="4044066753" sldId="2147482865"/>
            <ac:spMk id="7" creationId="{5A4CCF5D-D1DC-936F-CC2A-7AF8AC93EED0}"/>
          </ac:spMkLst>
        </pc:spChg>
        <pc:spChg chg="mod">
          <ac:chgData name="최인호" userId="b4efcb7a-706e-4704-a9c1-aa210034272e" providerId="ADAL" clId="{9BDDE7DB-8B59-4016-95BD-7367634F3211}" dt="2026-09-21T19:23:03.967" v="4503" actId="1076"/>
          <ac:spMkLst>
            <pc:docMk/>
            <pc:sldMk cId="4044066753" sldId="2147482865"/>
            <ac:spMk id="9" creationId="{CF9D2F07-12BF-CF0A-AD05-0F5F275A791E}"/>
          </ac:spMkLst>
        </pc:spChg>
        <pc:spChg chg="add mod">
          <ac:chgData name="최인호" userId="b4efcb7a-706e-4704-a9c1-aa210034272e" providerId="ADAL" clId="{9BDDE7DB-8B59-4016-95BD-7367634F3211}" dt="2026-09-22T06:20:50.594" v="20548" actId="1076"/>
          <ac:spMkLst>
            <pc:docMk/>
            <pc:sldMk cId="4044066753" sldId="2147482865"/>
            <ac:spMk id="10" creationId="{D7F5C9EA-BA0E-C9AA-B7EB-42351D6C7107}"/>
          </ac:spMkLst>
        </pc:spChg>
        <pc:spChg chg="add mod">
          <ac:chgData name="최인호" userId="b4efcb7a-706e-4704-a9c1-aa210034272e" providerId="ADAL" clId="{9BDDE7DB-8B59-4016-95BD-7367634F3211}" dt="2026-09-21T19:23:33.706" v="4591" actId="1076"/>
          <ac:spMkLst>
            <pc:docMk/>
            <pc:sldMk cId="4044066753" sldId="2147482865"/>
            <ac:spMk id="17" creationId="{4CE08B13-DDBB-8F06-04AE-0872FF0E01EB}"/>
          </ac:spMkLst>
        </pc:spChg>
        <pc:picChg chg="mod">
          <ac:chgData name="최인호" userId="b4efcb7a-706e-4704-a9c1-aa210034272e" providerId="ADAL" clId="{9BDDE7DB-8B59-4016-95BD-7367634F3211}" dt="2026-09-21T19:23:03.967" v="4503" actId="1076"/>
          <ac:picMkLst>
            <pc:docMk/>
            <pc:sldMk cId="4044066753" sldId="2147482865"/>
            <ac:picMk id="8" creationId="{09983EEF-0BA6-A87F-A097-5F07EB394FA5}"/>
          </ac:picMkLst>
        </pc:picChg>
        <pc:picChg chg="del">
          <ac:chgData name="최인호" userId="b4efcb7a-706e-4704-a9c1-aa210034272e" providerId="ADAL" clId="{9BDDE7DB-8B59-4016-95BD-7367634F3211}" dt="2026-09-21T19:22:58.111" v="4499" actId="21"/>
          <ac:picMkLst>
            <pc:docMk/>
            <pc:sldMk cId="4044066753" sldId="2147482865"/>
            <ac:picMk id="10" creationId="{23B62293-55D3-6C7E-3E7A-4ACB84A72F7F}"/>
          </ac:picMkLst>
        </pc:picChg>
        <pc:picChg chg="del">
          <ac:chgData name="최인호" userId="b4efcb7a-706e-4704-a9c1-aa210034272e" providerId="ADAL" clId="{9BDDE7DB-8B59-4016-95BD-7367634F3211}" dt="2026-09-21T19:20:18.720" v="4265" actId="21"/>
          <ac:picMkLst>
            <pc:docMk/>
            <pc:sldMk cId="4044066753" sldId="2147482865"/>
            <ac:picMk id="11" creationId="{C79C5B50-C90B-24C0-442F-D6A90090420B}"/>
          </ac:picMkLst>
        </pc:picChg>
        <pc:picChg chg="add mod">
          <ac:chgData name="최인호" userId="b4efcb7a-706e-4704-a9c1-aa210034272e" providerId="ADAL" clId="{9BDDE7DB-8B59-4016-95BD-7367634F3211}" dt="2026-09-22T06:20:54.246" v="20549" actId="1076"/>
          <ac:picMkLst>
            <pc:docMk/>
            <pc:sldMk cId="4044066753" sldId="2147482865"/>
            <ac:picMk id="12" creationId="{3820FB6F-E1C8-BF10-EC56-B28E65D8FBDE}"/>
          </ac:picMkLst>
        </pc:picChg>
        <pc:picChg chg="add mod">
          <ac:chgData name="최인호" userId="b4efcb7a-706e-4704-a9c1-aa210034272e" providerId="ADAL" clId="{9BDDE7DB-8B59-4016-95BD-7367634F3211}" dt="2026-09-21T19:23:12.838" v="4504" actId="208"/>
          <ac:picMkLst>
            <pc:docMk/>
            <pc:sldMk cId="4044066753" sldId="2147482865"/>
            <ac:picMk id="14" creationId="{BF2C6BD4-4016-F2E5-F3E5-B104047B3499}"/>
          </ac:picMkLst>
        </pc:picChg>
        <pc:cxnChg chg="add mod">
          <ac:chgData name="최인호" userId="b4efcb7a-706e-4704-a9c1-aa210034272e" providerId="ADAL" clId="{9BDDE7DB-8B59-4016-95BD-7367634F3211}" dt="2026-09-21T19:23:17.349" v="4506" actId="208"/>
          <ac:cxnSpMkLst>
            <pc:docMk/>
            <pc:sldMk cId="4044066753" sldId="2147482865"/>
            <ac:cxnSpMk id="16" creationId="{FB1407D1-F375-8ABD-F5E7-D39AF07734BE}"/>
          </ac:cxnSpMkLst>
        </pc:cxnChg>
      </pc:sldChg>
      <pc:sldChg chg="addSp delSp modSp mod">
        <pc:chgData name="최인호" userId="b4efcb7a-706e-4704-a9c1-aa210034272e" providerId="ADAL" clId="{9BDDE7DB-8B59-4016-95BD-7367634F3211}" dt="2026-09-22T06:42:01.733" v="20687" actId="20577"/>
        <pc:sldMkLst>
          <pc:docMk/>
          <pc:sldMk cId="442877275" sldId="2147482868"/>
        </pc:sldMkLst>
        <pc:spChg chg="mod">
          <ac:chgData name="최인호" userId="b4efcb7a-706e-4704-a9c1-aa210034272e" providerId="ADAL" clId="{9BDDE7DB-8B59-4016-95BD-7367634F3211}" dt="2026-09-21T19:34:43.623" v="6401" actId="20577"/>
          <ac:spMkLst>
            <pc:docMk/>
            <pc:sldMk cId="442877275" sldId="2147482868"/>
            <ac:spMk id="3" creationId="{B18C58D8-05A0-84FE-1E16-544B7F05893C}"/>
          </ac:spMkLst>
        </pc:spChg>
        <pc:spChg chg="mod">
          <ac:chgData name="최인호" userId="b4efcb7a-706e-4704-a9c1-aa210034272e" providerId="ADAL" clId="{9BDDE7DB-8B59-4016-95BD-7367634F3211}" dt="2026-09-22T06:41:44.253" v="20646" actId="6549"/>
          <ac:spMkLst>
            <pc:docMk/>
            <pc:sldMk cId="442877275" sldId="2147482868"/>
            <ac:spMk id="9" creationId="{8215F9C5-2C98-DFD3-5AD5-3408C776E0FC}"/>
          </ac:spMkLst>
        </pc:spChg>
        <pc:spChg chg="add">
          <ac:chgData name="최인호" userId="b4efcb7a-706e-4704-a9c1-aa210034272e" providerId="ADAL" clId="{9BDDE7DB-8B59-4016-95BD-7367634F3211}" dt="2026-08-30T06:38:20.907" v="927" actId="22"/>
          <ac:spMkLst>
            <pc:docMk/>
            <pc:sldMk cId="442877275" sldId="2147482868"/>
            <ac:spMk id="10" creationId="{A25C76DD-FA61-531C-EC12-2F1ECE79F846}"/>
          </ac:spMkLst>
        </pc:spChg>
        <pc:spChg chg="add mod">
          <ac:chgData name="최인호" userId="b4efcb7a-706e-4704-a9c1-aa210034272e" providerId="ADAL" clId="{9BDDE7DB-8B59-4016-95BD-7367634F3211}" dt="2026-09-22T06:21:02.249" v="20551" actId="1076"/>
          <ac:spMkLst>
            <pc:docMk/>
            <pc:sldMk cId="442877275" sldId="2147482868"/>
            <ac:spMk id="14" creationId="{496672B8-39A2-1C1D-8B59-C2433933D2D0}"/>
          </ac:spMkLst>
        </pc:spChg>
        <pc:spChg chg="add mod">
          <ac:chgData name="최인호" userId="b4efcb7a-706e-4704-a9c1-aa210034272e" providerId="ADAL" clId="{9BDDE7DB-8B59-4016-95BD-7367634F3211}" dt="2026-09-21T19:41:53.709" v="7189" actId="1076"/>
          <ac:spMkLst>
            <pc:docMk/>
            <pc:sldMk cId="442877275" sldId="2147482868"/>
            <ac:spMk id="15" creationId="{F8BB462E-F7C1-9C6F-DD5D-EACAA6900298}"/>
          </ac:spMkLst>
        </pc:spChg>
        <pc:spChg chg="add del mod">
          <ac:chgData name="최인호" userId="b4efcb7a-706e-4704-a9c1-aa210034272e" providerId="ADAL" clId="{9BDDE7DB-8B59-4016-95BD-7367634F3211}" dt="2026-09-21T19:36:44.448" v="6573" actId="21"/>
          <ac:spMkLst>
            <pc:docMk/>
            <pc:sldMk cId="442877275" sldId="2147482868"/>
            <ac:spMk id="16" creationId="{D3DBC053-7534-457A-3AA3-A16C01203250}"/>
          </ac:spMkLst>
        </pc:spChg>
        <pc:spChg chg="add mod">
          <ac:chgData name="최인호" userId="b4efcb7a-706e-4704-a9c1-aa210034272e" providerId="ADAL" clId="{9BDDE7DB-8B59-4016-95BD-7367634F3211}" dt="2026-09-21T19:41:53.709" v="7189" actId="1076"/>
          <ac:spMkLst>
            <pc:docMk/>
            <pc:sldMk cId="442877275" sldId="2147482868"/>
            <ac:spMk id="17" creationId="{0CC928AD-598F-9298-5B5A-4934F11A0EB2}"/>
          </ac:spMkLst>
        </pc:spChg>
        <pc:spChg chg="add mod">
          <ac:chgData name="최인호" userId="b4efcb7a-706e-4704-a9c1-aa210034272e" providerId="ADAL" clId="{9BDDE7DB-8B59-4016-95BD-7367634F3211}" dt="2026-09-22T06:42:01.733" v="20687" actId="20577"/>
          <ac:spMkLst>
            <pc:docMk/>
            <pc:sldMk cId="442877275" sldId="2147482868"/>
            <ac:spMk id="18" creationId="{138B68B5-D634-1D80-F9EC-197F66464E23}"/>
          </ac:spMkLst>
        </pc:spChg>
        <pc:spChg chg="add mod">
          <ac:chgData name="최인호" userId="b4efcb7a-706e-4704-a9c1-aa210034272e" providerId="ADAL" clId="{9BDDE7DB-8B59-4016-95BD-7367634F3211}" dt="2026-09-21T19:42:00.816" v="7192" actId="1076"/>
          <ac:spMkLst>
            <pc:docMk/>
            <pc:sldMk cId="442877275" sldId="2147482868"/>
            <ac:spMk id="20" creationId="{79A9D1D4-7471-25FB-665D-C700C099C2E4}"/>
          </ac:spMkLst>
        </pc:spChg>
        <pc:spChg chg="add mod">
          <ac:chgData name="최인호" userId="b4efcb7a-706e-4704-a9c1-aa210034272e" providerId="ADAL" clId="{9BDDE7DB-8B59-4016-95BD-7367634F3211}" dt="2026-09-21T19:41:59.700" v="7191" actId="1076"/>
          <ac:spMkLst>
            <pc:docMk/>
            <pc:sldMk cId="442877275" sldId="2147482868"/>
            <ac:spMk id="21" creationId="{37FD754C-A467-55B3-7A90-A89A5BDF55E4}"/>
          </ac:spMkLst>
        </pc:spChg>
        <pc:spChg chg="add mod">
          <ac:chgData name="최인호" userId="b4efcb7a-706e-4704-a9c1-aa210034272e" providerId="ADAL" clId="{9BDDE7DB-8B59-4016-95BD-7367634F3211}" dt="2026-09-21T19:41:58.666" v="7190" actId="1076"/>
          <ac:spMkLst>
            <pc:docMk/>
            <pc:sldMk cId="442877275" sldId="2147482868"/>
            <ac:spMk id="24" creationId="{6C308F9D-EC02-4B2C-851A-2EDCE83CB94A}"/>
          </ac:spMkLst>
        </pc:spChg>
        <pc:picChg chg="del">
          <ac:chgData name="최인호" userId="b4efcb7a-706e-4704-a9c1-aa210034272e" providerId="ADAL" clId="{9BDDE7DB-8B59-4016-95BD-7367634F3211}" dt="2026-09-21T19:34:45.877" v="6402" actId="21"/>
          <ac:picMkLst>
            <pc:docMk/>
            <pc:sldMk cId="442877275" sldId="2147482868"/>
            <ac:picMk id="4" creationId="{AF8FE38E-419A-985E-2FF4-500CEE7A7CEF}"/>
          </ac:picMkLst>
        </pc:picChg>
        <pc:picChg chg="add del">
          <ac:chgData name="최인호" userId="b4efcb7a-706e-4704-a9c1-aa210034272e" providerId="ADAL" clId="{9BDDE7DB-8B59-4016-95BD-7367634F3211}" dt="2026-09-22T06:11:34.024" v="19691" actId="22"/>
          <ac:picMkLst>
            <pc:docMk/>
            <pc:sldMk cId="442877275" sldId="2147482868"/>
            <ac:picMk id="6" creationId="{6227DC2B-D64B-2715-5EDD-CB1E273D8D41}"/>
          </ac:picMkLst>
        </pc:picChg>
        <pc:picChg chg="del">
          <ac:chgData name="최인호" userId="b4efcb7a-706e-4704-a9c1-aa210034272e" providerId="ADAL" clId="{9BDDE7DB-8B59-4016-95BD-7367634F3211}" dt="2026-09-21T19:35:31.239" v="6553" actId="21"/>
          <ac:picMkLst>
            <pc:docMk/>
            <pc:sldMk cId="442877275" sldId="2147482868"/>
            <ac:picMk id="7" creationId="{53766EF0-CB68-8B4A-2640-1E0A7FA6DFC1}"/>
          </ac:picMkLst>
        </pc:picChg>
        <pc:picChg chg="mod">
          <ac:chgData name="최인호" userId="b4efcb7a-706e-4704-a9c1-aa210034272e" providerId="ADAL" clId="{9BDDE7DB-8B59-4016-95BD-7367634F3211}" dt="2026-09-21T19:42:08.094" v="7197" actId="1076"/>
          <ac:picMkLst>
            <pc:docMk/>
            <pc:sldMk cId="442877275" sldId="2147482868"/>
            <ac:picMk id="8" creationId="{D582712B-39D6-82EC-B68C-C8A42D173BB7}"/>
          </ac:picMkLst>
        </pc:picChg>
        <pc:picChg chg="add mod">
          <ac:chgData name="최인호" userId="b4efcb7a-706e-4704-a9c1-aa210034272e" providerId="ADAL" clId="{9BDDE7DB-8B59-4016-95BD-7367634F3211}" dt="2026-09-21T19:41:53.709" v="7189" actId="1076"/>
          <ac:picMkLst>
            <pc:docMk/>
            <pc:sldMk cId="442877275" sldId="2147482868"/>
            <ac:picMk id="11" creationId="{CB418795-47F5-43E8-CE8D-38D4F0650C1F}"/>
          </ac:picMkLst>
        </pc:picChg>
        <pc:picChg chg="add">
          <ac:chgData name="최인호" userId="b4efcb7a-706e-4704-a9c1-aa210034272e" providerId="ADAL" clId="{9BDDE7DB-8B59-4016-95BD-7367634F3211}" dt="2026-09-22T06:20:59.405" v="20550" actId="22"/>
          <ac:picMkLst>
            <pc:docMk/>
            <pc:sldMk cId="442877275" sldId="2147482868"/>
            <ac:picMk id="12" creationId="{3A95D680-C0BC-31C6-EC39-2C04DF910138}"/>
          </ac:picMkLst>
        </pc:picChg>
        <pc:picChg chg="add del mod">
          <ac:chgData name="최인호" userId="b4efcb7a-706e-4704-a9c1-aa210034272e" providerId="ADAL" clId="{9BDDE7DB-8B59-4016-95BD-7367634F3211}" dt="2026-09-21T19:41:23.240" v="7122" actId="21"/>
          <ac:picMkLst>
            <pc:docMk/>
            <pc:sldMk cId="442877275" sldId="2147482868"/>
            <ac:picMk id="13" creationId="{3151CE70-2C93-FEE8-9845-B40E97D16270}"/>
          </ac:picMkLst>
        </pc:picChg>
        <pc:picChg chg="add mod">
          <ac:chgData name="최인호" userId="b4efcb7a-706e-4704-a9c1-aa210034272e" providerId="ADAL" clId="{9BDDE7DB-8B59-4016-95BD-7367634F3211}" dt="2026-09-21T19:41:58.666" v="7190" actId="1076"/>
          <ac:picMkLst>
            <pc:docMk/>
            <pc:sldMk cId="442877275" sldId="2147482868"/>
            <ac:picMk id="23" creationId="{54633D87-5347-F1EA-7571-0EE0A2CFEF7F}"/>
          </ac:picMkLst>
        </pc:picChg>
        <pc:cxnChg chg="add del mod">
          <ac:chgData name="최인호" userId="b4efcb7a-706e-4704-a9c1-aa210034272e" providerId="ADAL" clId="{9BDDE7DB-8B59-4016-95BD-7367634F3211}" dt="2026-09-22T06:41:56.656" v="20648" actId="21"/>
          <ac:cxnSpMkLst>
            <pc:docMk/>
            <pc:sldMk cId="442877275" sldId="2147482868"/>
            <ac:cxnSpMk id="19" creationId="{78554FC0-8F34-3D65-6203-09F1F2D56B26}"/>
          </ac:cxnSpMkLst>
        </pc:cxnChg>
      </pc:sldChg>
      <pc:sldChg chg="addSp del mod">
        <pc:chgData name="최인호" userId="b4efcb7a-706e-4704-a9c1-aa210034272e" providerId="ADAL" clId="{9BDDE7DB-8B59-4016-95BD-7367634F3211}" dt="2026-09-21T19:52:32.761" v="7982" actId="2696"/>
        <pc:sldMkLst>
          <pc:docMk/>
          <pc:sldMk cId="3621152455" sldId="2147482869"/>
        </pc:sldMkLst>
      </pc:sldChg>
      <pc:sldChg chg="addSp delSp modSp mod">
        <pc:chgData name="최인호" userId="b4efcb7a-706e-4704-a9c1-aa210034272e" providerId="ADAL" clId="{9BDDE7DB-8B59-4016-95BD-7367634F3211}" dt="2026-09-21T21:50:39.364" v="17880"/>
        <pc:sldMkLst>
          <pc:docMk/>
          <pc:sldMk cId="3453765024" sldId="2147482871"/>
        </pc:sldMkLst>
        <pc:spChg chg="mod">
          <ac:chgData name="최인호" userId="b4efcb7a-706e-4704-a9c1-aa210034272e" providerId="ADAL" clId="{9BDDE7DB-8B59-4016-95BD-7367634F3211}" dt="2026-09-21T21:50:39.364" v="17880"/>
          <ac:spMkLst>
            <pc:docMk/>
            <pc:sldMk cId="3453765024" sldId="2147482871"/>
            <ac:spMk id="2" creationId="{91D86B99-7FDB-B1AF-88F8-131BF679EB2B}"/>
          </ac:spMkLst>
        </pc:spChg>
        <pc:spChg chg="mod">
          <ac:chgData name="최인호" userId="b4efcb7a-706e-4704-a9c1-aa210034272e" providerId="ADAL" clId="{9BDDE7DB-8B59-4016-95BD-7367634F3211}" dt="2026-09-21T20:07:49.963" v="9007"/>
          <ac:spMkLst>
            <pc:docMk/>
            <pc:sldMk cId="3453765024" sldId="2147482871"/>
            <ac:spMk id="3" creationId="{2B3102C7-A06C-264D-9DE4-01871CC2F3DF}"/>
          </ac:spMkLst>
        </pc:spChg>
        <pc:spChg chg="add mod">
          <ac:chgData name="최인호" userId="b4efcb7a-706e-4704-a9c1-aa210034272e" providerId="ADAL" clId="{9BDDE7DB-8B59-4016-95BD-7367634F3211}" dt="2026-08-30T06:38:42.312" v="961" actId="20577"/>
          <ac:spMkLst>
            <pc:docMk/>
            <pc:sldMk cId="3453765024" sldId="2147482871"/>
            <ac:spMk id="7" creationId="{7127508B-7D92-1507-3916-03F5A00F6B2F}"/>
          </ac:spMkLst>
        </pc:spChg>
        <pc:spChg chg="add del">
          <ac:chgData name="최인호" userId="b4efcb7a-706e-4704-a9c1-aa210034272e" providerId="ADAL" clId="{9BDDE7DB-8B59-4016-95BD-7367634F3211}" dt="2026-09-21T18:34:52.885" v="1610" actId="22"/>
          <ac:spMkLst>
            <pc:docMk/>
            <pc:sldMk cId="3453765024" sldId="2147482871"/>
            <ac:spMk id="9" creationId="{7FA067B1-37B4-ACEC-F8EA-BB35E142B54B}"/>
          </ac:spMkLst>
        </pc:spChg>
        <pc:spChg chg="add del">
          <ac:chgData name="최인호" userId="b4efcb7a-706e-4704-a9c1-aa210034272e" providerId="ADAL" clId="{9BDDE7DB-8B59-4016-95BD-7367634F3211}" dt="2026-09-21T18:34:52.885" v="1610" actId="22"/>
          <ac:spMkLst>
            <pc:docMk/>
            <pc:sldMk cId="3453765024" sldId="2147482871"/>
            <ac:spMk id="11" creationId="{34196D14-A705-0FF1-A629-7D280D6584C1}"/>
          </ac:spMkLst>
        </pc:spChg>
        <pc:spChg chg="add del">
          <ac:chgData name="최인호" userId="b4efcb7a-706e-4704-a9c1-aa210034272e" providerId="ADAL" clId="{9BDDE7DB-8B59-4016-95BD-7367634F3211}" dt="2026-09-21T18:34:53.199" v="1611" actId="478"/>
          <ac:spMkLst>
            <pc:docMk/>
            <pc:sldMk cId="3453765024" sldId="2147482871"/>
            <ac:spMk id="66" creationId="{21AE3A17-F214-511F-70FD-77DF5AE034A9}"/>
          </ac:spMkLst>
        </pc:spChg>
        <pc:spChg chg="add del mod">
          <ac:chgData name="최인호" userId="b4efcb7a-706e-4704-a9c1-aa210034272e" providerId="ADAL" clId="{9BDDE7DB-8B59-4016-95BD-7367634F3211}" dt="2026-09-21T18:35:17.581" v="1614"/>
          <ac:spMkLst>
            <pc:docMk/>
            <pc:sldMk cId="3453765024" sldId="2147482871"/>
            <ac:spMk id="68" creationId="{83453770-B7A9-1780-6E50-7CC3A2080CBD}"/>
          </ac:spMkLst>
        </pc:spChg>
      </pc:sldChg>
      <pc:sldChg chg="modSp">
        <pc:chgData name="최인호" userId="b4efcb7a-706e-4704-a9c1-aa210034272e" providerId="ADAL" clId="{9BDDE7DB-8B59-4016-95BD-7367634F3211}" dt="2026-09-21T18:33:04.875" v="1572"/>
        <pc:sldMkLst>
          <pc:docMk/>
          <pc:sldMk cId="4010677980" sldId="2147482872"/>
        </pc:sldMkLst>
        <pc:spChg chg="mod">
          <ac:chgData name="최인호" userId="b4efcb7a-706e-4704-a9c1-aa210034272e" providerId="ADAL" clId="{9BDDE7DB-8B59-4016-95BD-7367634F3211}" dt="2026-09-21T18:33:04.875" v="1572"/>
          <ac:spMkLst>
            <pc:docMk/>
            <pc:sldMk cId="4010677980" sldId="2147482872"/>
            <ac:spMk id="5" creationId="{B55B38FD-3E7F-B1C9-5530-C63801FE4BDA}"/>
          </ac:spMkLst>
        </pc:spChg>
      </pc:sldChg>
      <pc:sldChg chg="add del">
        <pc:chgData name="최인호" userId="b4efcb7a-706e-4704-a9c1-aa210034272e" providerId="ADAL" clId="{9BDDE7DB-8B59-4016-95BD-7367634F3211}" dt="2026-09-21T20:55:08.301" v="13762" actId="2696"/>
        <pc:sldMkLst>
          <pc:docMk/>
          <pc:sldMk cId="2217511537" sldId="2147482874"/>
        </pc:sldMkLst>
      </pc:sldChg>
      <pc:sldChg chg="addSp mod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2823843640" sldId="2147482874"/>
        </pc:sldMkLst>
      </pc:sldChg>
      <pc:sldChg chg="addSp mod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768121785" sldId="2147482875"/>
        </pc:sldMkLst>
      </pc:sldChg>
      <pc:sldChg chg="add del">
        <pc:chgData name="최인호" userId="b4efcb7a-706e-4704-a9c1-aa210034272e" providerId="ADAL" clId="{9BDDE7DB-8B59-4016-95BD-7367634F3211}" dt="2026-09-21T20:55:08.301" v="13762" actId="2696"/>
        <pc:sldMkLst>
          <pc:docMk/>
          <pc:sldMk cId="3230067725" sldId="2147482875"/>
        </pc:sldMkLst>
      </pc:sldChg>
      <pc:sldChg chg="add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500759301" sldId="2147482876"/>
        </pc:sldMkLst>
      </pc:sldChg>
      <pc:sldChg chg="add del">
        <pc:chgData name="최인호" userId="b4efcb7a-706e-4704-a9c1-aa210034272e" providerId="ADAL" clId="{9BDDE7DB-8B59-4016-95BD-7367634F3211}" dt="2026-09-21T20:55:08.301" v="13762" actId="2696"/>
        <pc:sldMkLst>
          <pc:docMk/>
          <pc:sldMk cId="1371200481" sldId="2147482876"/>
        </pc:sldMkLst>
      </pc:sldChg>
      <pc:sldChg chg="addSp delSp modSp mod">
        <pc:chgData name="최인호" userId="b4efcb7a-706e-4704-a9c1-aa210034272e" providerId="ADAL" clId="{9BDDE7DB-8B59-4016-95BD-7367634F3211}" dt="2026-09-21T20:10:11.092" v="9338" actId="20577"/>
        <pc:sldMkLst>
          <pc:docMk/>
          <pc:sldMk cId="2795882139" sldId="2147482878"/>
        </pc:sldMkLst>
        <pc:spChg chg="mod">
          <ac:chgData name="최인호" userId="b4efcb7a-706e-4704-a9c1-aa210034272e" providerId="ADAL" clId="{9BDDE7DB-8B59-4016-95BD-7367634F3211}" dt="2026-09-21T20:10:04.671" v="9319" actId="20577"/>
          <ac:spMkLst>
            <pc:docMk/>
            <pc:sldMk cId="2795882139" sldId="2147482878"/>
            <ac:spMk id="2" creationId="{9C37D140-8973-ED5D-B0BA-82E4A96AAAB9}"/>
          </ac:spMkLst>
        </pc:spChg>
        <pc:spChg chg="mod">
          <ac:chgData name="최인호" userId="b4efcb7a-706e-4704-a9c1-aa210034272e" providerId="ADAL" clId="{9BDDE7DB-8B59-4016-95BD-7367634F3211}" dt="2026-09-21T20:10:11.092" v="9338" actId="20577"/>
          <ac:spMkLst>
            <pc:docMk/>
            <pc:sldMk cId="2795882139" sldId="2147482878"/>
            <ac:spMk id="3" creationId="{BCD49624-63DF-C0E1-683B-4AE9958AF586}"/>
          </ac:spMkLst>
        </pc:spChg>
        <pc:spChg chg="add mod">
          <ac:chgData name="최인호" userId="b4efcb7a-706e-4704-a9c1-aa210034272e" providerId="ADAL" clId="{9BDDE7DB-8B59-4016-95BD-7367634F3211}" dt="2026-08-30T06:38:39.416" v="959" actId="20577"/>
          <ac:spMkLst>
            <pc:docMk/>
            <pc:sldMk cId="2795882139" sldId="2147482878"/>
            <ac:spMk id="7" creationId="{F128A773-CF04-8C25-9829-9A79E74CA721}"/>
          </ac:spMkLst>
        </pc:spChg>
        <pc:spChg chg="add del">
          <ac:chgData name="최인호" userId="b4efcb7a-706e-4704-a9c1-aa210034272e" providerId="ADAL" clId="{9BDDE7DB-8B59-4016-95BD-7367634F3211}" dt="2026-09-21T20:07:08.622" v="8830" actId="22"/>
          <ac:spMkLst>
            <pc:docMk/>
            <pc:sldMk cId="2795882139" sldId="2147482878"/>
            <ac:spMk id="8" creationId="{0D95C470-3A2C-1CFF-EAFF-753A8577FC2A}"/>
          </ac:spMkLst>
        </pc:spChg>
        <pc:spChg chg="add del mod">
          <ac:chgData name="최인호" userId="b4efcb7a-706e-4704-a9c1-aa210034272e" providerId="ADAL" clId="{9BDDE7DB-8B59-4016-95BD-7367634F3211}" dt="2026-09-21T20:09:54.276" v="9287" actId="21"/>
          <ac:spMkLst>
            <pc:docMk/>
            <pc:sldMk cId="2795882139" sldId="2147482878"/>
            <ac:spMk id="13" creationId="{D75005D5-0891-0936-C6E5-ABE2BAA7FA05}"/>
          </ac:spMkLst>
        </pc:spChg>
        <pc:spChg chg="add mod">
          <ac:chgData name="최인호" userId="b4efcb7a-706e-4704-a9c1-aa210034272e" providerId="ADAL" clId="{9BDDE7DB-8B59-4016-95BD-7367634F3211}" dt="2026-09-21T20:09:55.276" v="9288" actId="1076"/>
          <ac:spMkLst>
            <pc:docMk/>
            <pc:sldMk cId="2795882139" sldId="2147482878"/>
            <ac:spMk id="15" creationId="{369B1F5E-7125-3FC8-1866-BBB44DC602D7}"/>
          </ac:spMkLst>
        </pc:spChg>
        <pc:spChg chg="del">
          <ac:chgData name="최인호" userId="b4efcb7a-706e-4704-a9c1-aa210034272e" providerId="ADAL" clId="{9BDDE7DB-8B59-4016-95BD-7367634F3211}" dt="2026-09-21T20:07:13.160" v="8831" actId="21"/>
          <ac:spMkLst>
            <pc:docMk/>
            <pc:sldMk cId="2795882139" sldId="2147482878"/>
            <ac:spMk id="23" creationId="{A43CF63D-8A41-C55B-4CC1-B708ED58F92B}"/>
          </ac:spMkLst>
        </pc:spChg>
        <pc:spChg chg="del">
          <ac:chgData name="최인호" userId="b4efcb7a-706e-4704-a9c1-aa210034272e" providerId="ADAL" clId="{9BDDE7DB-8B59-4016-95BD-7367634F3211}" dt="2026-09-21T20:07:13.160" v="8831" actId="21"/>
          <ac:spMkLst>
            <pc:docMk/>
            <pc:sldMk cId="2795882139" sldId="2147482878"/>
            <ac:spMk id="24" creationId="{712445DA-8CDC-E77C-A964-3CA63AC1910A}"/>
          </ac:spMkLst>
        </pc:spChg>
        <pc:picChg chg="del">
          <ac:chgData name="최인호" userId="b4efcb7a-706e-4704-a9c1-aa210034272e" providerId="ADAL" clId="{9BDDE7DB-8B59-4016-95BD-7367634F3211}" dt="2026-09-21T20:07:13.160" v="8831" actId="21"/>
          <ac:picMkLst>
            <pc:docMk/>
            <pc:sldMk cId="2795882139" sldId="2147482878"/>
            <ac:picMk id="6" creationId="{46DCA31F-8B2E-6D87-4B36-1EE4E31296A7}"/>
          </ac:picMkLst>
        </pc:picChg>
        <pc:picChg chg="add mod">
          <ac:chgData name="최인호" userId="b4efcb7a-706e-4704-a9c1-aa210034272e" providerId="ADAL" clId="{9BDDE7DB-8B59-4016-95BD-7367634F3211}" dt="2026-09-21T20:09:45.046" v="9282" actId="1076"/>
          <ac:picMkLst>
            <pc:docMk/>
            <pc:sldMk cId="2795882139" sldId="2147482878"/>
            <ac:picMk id="10" creationId="{1FB445CA-840F-9BEE-8E8D-252ED97ACBA5}"/>
          </ac:picMkLst>
        </pc:picChg>
        <pc:picChg chg="add mod">
          <ac:chgData name="최인호" userId="b4efcb7a-706e-4704-a9c1-aa210034272e" providerId="ADAL" clId="{9BDDE7DB-8B59-4016-95BD-7367634F3211}" dt="2026-09-21T20:09:45.593" v="9283" actId="1076"/>
          <ac:picMkLst>
            <pc:docMk/>
            <pc:sldMk cId="2795882139" sldId="2147482878"/>
            <ac:picMk id="12" creationId="{7D42F3B6-1BAD-63AB-397D-F859A526AB1E}"/>
          </ac:picMkLst>
        </pc:picChg>
        <pc:picChg chg="del">
          <ac:chgData name="최인호" userId="b4efcb7a-706e-4704-a9c1-aa210034272e" providerId="ADAL" clId="{9BDDE7DB-8B59-4016-95BD-7367634F3211}" dt="2026-09-21T20:07:13.160" v="8831" actId="21"/>
          <ac:picMkLst>
            <pc:docMk/>
            <pc:sldMk cId="2795882139" sldId="2147482878"/>
            <ac:picMk id="20" creationId="{FBD886E5-CF8D-FEB3-6A12-C3F51A0D2AAD}"/>
          </ac:picMkLst>
        </pc:picChg>
      </pc:sldChg>
      <pc:sldChg chg="add del">
        <pc:chgData name="최인호" userId="b4efcb7a-706e-4704-a9c1-aa210034272e" providerId="ADAL" clId="{9BDDE7DB-8B59-4016-95BD-7367634F3211}" dt="2026-09-21T20:55:08.301" v="13762" actId="2696"/>
        <pc:sldMkLst>
          <pc:docMk/>
          <pc:sldMk cId="3010255089" sldId="2147482879"/>
        </pc:sldMkLst>
      </pc:sldChg>
      <pc:sldChg chg="add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3474715383" sldId="2147482879"/>
        </pc:sldMkLst>
      </pc:sldChg>
      <pc:sldChg chg="addSp del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328110585" sldId="2147482881"/>
        </pc:sldMkLst>
      </pc:sldChg>
      <pc:sldChg chg="add del">
        <pc:chgData name="최인호" userId="b4efcb7a-706e-4704-a9c1-aa210034272e" providerId="ADAL" clId="{9BDDE7DB-8B59-4016-95BD-7367634F3211}" dt="2026-09-21T20:55:08.301" v="13762" actId="2696"/>
        <pc:sldMkLst>
          <pc:docMk/>
          <pc:sldMk cId="3007686089" sldId="2147482881"/>
        </pc:sldMkLst>
      </pc:sldChg>
      <pc:sldChg chg="modSp">
        <pc:chgData name="최인호" userId="b4efcb7a-706e-4704-a9c1-aa210034272e" providerId="ADAL" clId="{9BDDE7DB-8B59-4016-95BD-7367634F3211}" dt="2026-09-21T18:33:08.396" v="1573"/>
        <pc:sldMkLst>
          <pc:docMk/>
          <pc:sldMk cId="3148467720" sldId="2147482883"/>
        </pc:sldMkLst>
        <pc:spChg chg="mod">
          <ac:chgData name="최인호" userId="b4efcb7a-706e-4704-a9c1-aa210034272e" providerId="ADAL" clId="{9BDDE7DB-8B59-4016-95BD-7367634F3211}" dt="2026-09-21T18:33:08.396" v="1573"/>
          <ac:spMkLst>
            <pc:docMk/>
            <pc:sldMk cId="3148467720" sldId="2147482883"/>
            <ac:spMk id="5" creationId="{B71F3409-C460-6824-A438-4F31A1F30319}"/>
          </ac:spMkLst>
        </pc:spChg>
      </pc:sldChg>
      <pc:sldChg chg="modSp add mod">
        <pc:chgData name="최인호" userId="b4efcb7a-706e-4704-a9c1-aa210034272e" providerId="ADAL" clId="{9BDDE7DB-8B59-4016-95BD-7367634F3211}" dt="2026-09-21T21:53:50.252" v="18101" actId="113"/>
        <pc:sldMkLst>
          <pc:docMk/>
          <pc:sldMk cId="3370398051" sldId="2147482884"/>
        </pc:sldMkLst>
        <pc:spChg chg="mod">
          <ac:chgData name="최인호" userId="b4efcb7a-706e-4704-a9c1-aa210034272e" providerId="ADAL" clId="{9BDDE7DB-8B59-4016-95BD-7367634F3211}" dt="2026-09-21T21:50:35.200" v="17879"/>
          <ac:spMkLst>
            <pc:docMk/>
            <pc:sldMk cId="3370398051" sldId="2147482884"/>
            <ac:spMk id="2" creationId="{375C41DD-24E3-AB3F-B246-DD85773BB240}"/>
          </ac:spMkLst>
        </pc:spChg>
        <pc:spChg chg="mod">
          <ac:chgData name="최인호" userId="b4efcb7a-706e-4704-a9c1-aa210034272e" providerId="ADAL" clId="{9BDDE7DB-8B59-4016-95BD-7367634F3211}" dt="2026-09-21T21:53:50.252" v="18101" actId="113"/>
          <ac:spMkLst>
            <pc:docMk/>
            <pc:sldMk cId="3370398051" sldId="2147482884"/>
            <ac:spMk id="3" creationId="{14437AAC-9A50-43DC-8640-CF2C9206A345}"/>
          </ac:spMkLst>
        </pc:spChg>
      </pc:sldChg>
      <pc:sldChg chg="addSp modSp del mod">
        <pc:chgData name="최인호" userId="b4efcb7a-706e-4704-a9c1-aa210034272e" providerId="ADAL" clId="{9BDDE7DB-8B59-4016-95BD-7367634F3211}" dt="2026-09-21T20:55:14.137" v="13763" actId="2696"/>
        <pc:sldMkLst>
          <pc:docMk/>
          <pc:sldMk cId="4152504421" sldId="2147482884"/>
        </pc:sldMkLst>
        <pc:spChg chg="mod">
          <ac:chgData name="최인호" userId="b4efcb7a-706e-4704-a9c1-aa210034272e" providerId="ADAL" clId="{9BDDE7DB-8B59-4016-95BD-7367634F3211}" dt="2026-09-21T18:34:13.371" v="1601"/>
          <ac:spMkLst>
            <pc:docMk/>
            <pc:sldMk cId="4152504421" sldId="2147482884"/>
            <ac:spMk id="8" creationId="{EA6E0A30-2C77-B582-99D5-9E82B8F365B0}"/>
          </ac:spMkLst>
        </pc:spChg>
      </pc:sldChg>
      <pc:sldChg chg="addSp delSp modSp mod">
        <pc:chgData name="최인호" userId="b4efcb7a-706e-4704-a9c1-aa210034272e" providerId="ADAL" clId="{9BDDE7DB-8B59-4016-95BD-7367634F3211}" dt="2026-09-21T21:48:02.459" v="17703" actId="6549"/>
        <pc:sldMkLst>
          <pc:docMk/>
          <pc:sldMk cId="397978840" sldId="2147482886"/>
        </pc:sldMkLst>
        <pc:spChg chg="mod">
          <ac:chgData name="최인호" userId="b4efcb7a-706e-4704-a9c1-aa210034272e" providerId="ADAL" clId="{9BDDE7DB-8B59-4016-95BD-7367634F3211}" dt="2026-09-21T21:48:02.459" v="17703" actId="6549"/>
          <ac:spMkLst>
            <pc:docMk/>
            <pc:sldMk cId="397978840" sldId="2147482886"/>
            <ac:spMk id="3" creationId="{6906D39C-0764-2C7F-FB8A-6B2622A78FE6}"/>
          </ac:spMkLst>
        </pc:spChg>
        <pc:spChg chg="add">
          <ac:chgData name="최인호" userId="b4efcb7a-706e-4704-a9c1-aa210034272e" providerId="ADAL" clId="{9BDDE7DB-8B59-4016-95BD-7367634F3211}" dt="2026-08-30T06:39:14.788" v="986" actId="22"/>
          <ac:spMkLst>
            <pc:docMk/>
            <pc:sldMk cId="397978840" sldId="2147482886"/>
            <ac:spMk id="6" creationId="{CE545295-5A11-5CF2-235F-341526F63702}"/>
          </ac:spMkLst>
        </pc:spChg>
        <pc:spChg chg="add mod">
          <ac:chgData name="최인호" userId="b4efcb7a-706e-4704-a9c1-aa210034272e" providerId="ADAL" clId="{9BDDE7DB-8B59-4016-95BD-7367634F3211}" dt="2026-09-21T21:38:09.332" v="16950" actId="20577"/>
          <ac:spMkLst>
            <pc:docMk/>
            <pc:sldMk cId="397978840" sldId="2147482886"/>
            <ac:spMk id="16" creationId="{BAB401AA-ACD7-FB55-9560-1F6682C292C9}"/>
          </ac:spMkLst>
        </pc:spChg>
        <pc:picChg chg="del mod">
          <ac:chgData name="최인호" userId="b4efcb7a-706e-4704-a9c1-aa210034272e" providerId="ADAL" clId="{9BDDE7DB-8B59-4016-95BD-7367634F3211}" dt="2026-09-21T21:33:05.451" v="16182" actId="21"/>
          <ac:picMkLst>
            <pc:docMk/>
            <pc:sldMk cId="397978840" sldId="2147482886"/>
            <ac:picMk id="7" creationId="{9ED51A48-FC9E-3872-5043-8A1C716EC996}"/>
          </ac:picMkLst>
        </pc:picChg>
        <pc:picChg chg="add del mod">
          <ac:chgData name="최인호" userId="b4efcb7a-706e-4704-a9c1-aa210034272e" providerId="ADAL" clId="{9BDDE7DB-8B59-4016-95BD-7367634F3211}" dt="2026-09-21T21:32:45.348" v="16177" actId="21"/>
          <ac:picMkLst>
            <pc:docMk/>
            <pc:sldMk cId="397978840" sldId="2147482886"/>
            <ac:picMk id="8" creationId="{CC193F61-FACA-22FF-C6F7-11D4AFC7B392}"/>
          </ac:picMkLst>
        </pc:picChg>
        <pc:picChg chg="add del mod">
          <ac:chgData name="최인호" userId="b4efcb7a-706e-4704-a9c1-aa210034272e" providerId="ADAL" clId="{9BDDE7DB-8B59-4016-95BD-7367634F3211}" dt="2026-09-21T21:32:44.893" v="16176" actId="21"/>
          <ac:picMkLst>
            <pc:docMk/>
            <pc:sldMk cId="397978840" sldId="2147482886"/>
            <ac:picMk id="10" creationId="{FE6166DE-34D7-592E-FC84-00AD26134B8B}"/>
          </ac:picMkLst>
        </pc:picChg>
        <pc:picChg chg="add mod">
          <ac:chgData name="최인호" userId="b4efcb7a-706e-4704-a9c1-aa210034272e" providerId="ADAL" clId="{9BDDE7DB-8B59-4016-95BD-7367634F3211}" dt="2026-09-21T21:34:35.691" v="16233" actId="1076"/>
          <ac:picMkLst>
            <pc:docMk/>
            <pc:sldMk cId="397978840" sldId="2147482886"/>
            <ac:picMk id="12" creationId="{28CA9AFE-F584-3DE6-EC2A-E72AE3330F8B}"/>
          </ac:picMkLst>
        </pc:picChg>
        <pc:picChg chg="add mod">
          <ac:chgData name="최인호" userId="b4efcb7a-706e-4704-a9c1-aa210034272e" providerId="ADAL" clId="{9BDDE7DB-8B59-4016-95BD-7367634F3211}" dt="2026-09-21T21:36:44.091" v="16689" actId="14100"/>
          <ac:picMkLst>
            <pc:docMk/>
            <pc:sldMk cId="397978840" sldId="2147482886"/>
            <ac:picMk id="14" creationId="{216B5412-D0D5-39CD-9465-28DD2097D63F}"/>
          </ac:picMkLst>
        </pc:picChg>
        <pc:picChg chg="del">
          <ac:chgData name="최인호" userId="b4efcb7a-706e-4704-a9c1-aa210034272e" providerId="ADAL" clId="{9BDDE7DB-8B59-4016-95BD-7367634F3211}" dt="2026-09-21T21:33:19.709" v="16187" actId="21"/>
          <ac:picMkLst>
            <pc:docMk/>
            <pc:sldMk cId="397978840" sldId="2147482886"/>
            <ac:picMk id="27" creationId="{6A9D67AB-98E3-9831-92F7-1F90768C8298}"/>
          </ac:picMkLst>
        </pc:picChg>
        <pc:picChg chg="del">
          <ac:chgData name="최인호" userId="b4efcb7a-706e-4704-a9c1-aa210034272e" providerId="ADAL" clId="{9BDDE7DB-8B59-4016-95BD-7367634F3211}" dt="2026-09-21T21:33:05.817" v="16183" actId="21"/>
          <ac:picMkLst>
            <pc:docMk/>
            <pc:sldMk cId="397978840" sldId="2147482886"/>
            <ac:picMk id="29" creationId="{8A3B4910-B81B-0E36-976F-31F95CFFA1AE}"/>
          </ac:picMkLst>
        </pc:picChg>
        <pc:picChg chg="add del mod">
          <ac:chgData name="최인호" userId="b4efcb7a-706e-4704-a9c1-aa210034272e" providerId="ADAL" clId="{9BDDE7DB-8B59-4016-95BD-7367634F3211}" dt="2026-09-21T21:34:35.691" v="16233" actId="1076"/>
          <ac:picMkLst>
            <pc:docMk/>
            <pc:sldMk cId="397978840" sldId="2147482886"/>
            <ac:picMk id="31" creationId="{1FDFD95F-B3F8-6314-3168-7E420F70E37A}"/>
          </ac:picMkLst>
        </pc:picChg>
        <pc:picChg chg="mod">
          <ac:chgData name="최인호" userId="b4efcb7a-706e-4704-a9c1-aa210034272e" providerId="ADAL" clId="{9BDDE7DB-8B59-4016-95BD-7367634F3211}" dt="2026-09-21T21:36:47.777" v="16691" actId="14100"/>
          <ac:picMkLst>
            <pc:docMk/>
            <pc:sldMk cId="397978840" sldId="2147482886"/>
            <ac:picMk id="35" creationId="{F71E97A1-B88C-76D5-1563-69E9E68BE7A2}"/>
          </ac:picMkLst>
        </pc:picChg>
      </pc:sldChg>
      <pc:sldChg chg="addSp modSp mod">
        <pc:chgData name="최인호" userId="b4efcb7a-706e-4704-a9c1-aa210034272e" providerId="ADAL" clId="{9BDDE7DB-8B59-4016-95BD-7367634F3211}" dt="2026-09-21T21:50:32.387" v="17878"/>
        <pc:sldMkLst>
          <pc:docMk/>
          <pc:sldMk cId="1835657542" sldId="2147482889"/>
        </pc:sldMkLst>
        <pc:spChg chg="mod">
          <ac:chgData name="최인호" userId="b4efcb7a-706e-4704-a9c1-aa210034272e" providerId="ADAL" clId="{9BDDE7DB-8B59-4016-95BD-7367634F3211}" dt="2026-09-21T21:50:32.387" v="17878"/>
          <ac:spMkLst>
            <pc:docMk/>
            <pc:sldMk cId="1835657542" sldId="2147482889"/>
            <ac:spMk id="2" creationId="{C14D77CB-FACE-D820-B8D5-A1C6EB7E1BE8}"/>
          </ac:spMkLst>
        </pc:spChg>
        <pc:spChg chg="mod">
          <ac:chgData name="최인호" userId="b4efcb7a-706e-4704-a9c1-aa210034272e" providerId="ADAL" clId="{9BDDE7DB-8B59-4016-95BD-7367634F3211}" dt="2026-09-21T21:40:35.133" v="17096" actId="20577"/>
          <ac:spMkLst>
            <pc:docMk/>
            <pc:sldMk cId="1835657542" sldId="2147482889"/>
            <ac:spMk id="3" creationId="{B08EC6B2-D8D8-390A-33B2-653DA0F8C30D}"/>
          </ac:spMkLst>
        </pc:spChg>
        <pc:spChg chg="mod">
          <ac:chgData name="최인호" userId="b4efcb7a-706e-4704-a9c1-aa210034272e" providerId="ADAL" clId="{9BDDE7DB-8B59-4016-95BD-7367634F3211}" dt="2026-09-21T18:33:45.031" v="1591" actId="20577"/>
          <ac:spMkLst>
            <pc:docMk/>
            <pc:sldMk cId="1835657542" sldId="2147482889"/>
            <ac:spMk id="13" creationId="{252C1DCE-E893-4FB4-E057-48647F7F7B00}"/>
          </ac:spMkLst>
        </pc:spChg>
        <pc:spChg chg="add mod">
          <ac:chgData name="최인호" userId="b4efcb7a-706e-4704-a9c1-aa210034272e" providerId="ADAL" clId="{9BDDE7DB-8B59-4016-95BD-7367634F3211}" dt="2026-08-30T06:39:22.687" v="1026" actId="6549"/>
          <ac:spMkLst>
            <pc:docMk/>
            <pc:sldMk cId="1835657542" sldId="2147482889"/>
            <ac:spMk id="15" creationId="{B78DD38E-663B-FAE7-8391-07E71218FEC4}"/>
          </ac:spMkLst>
        </pc:spChg>
      </pc:sldChg>
      <pc:sldChg chg="addSp delSp modSp mod">
        <pc:chgData name="최인호" userId="b4efcb7a-706e-4704-a9c1-aa210034272e" providerId="ADAL" clId="{9BDDE7DB-8B59-4016-95BD-7367634F3211}" dt="2026-09-22T07:54:16.768" v="21546" actId="1076"/>
        <pc:sldMkLst>
          <pc:docMk/>
          <pc:sldMk cId="1939663362" sldId="2147482890"/>
        </pc:sldMkLst>
        <pc:spChg chg="mod">
          <ac:chgData name="최인호" userId="b4efcb7a-706e-4704-a9c1-aa210034272e" providerId="ADAL" clId="{9BDDE7DB-8B59-4016-95BD-7367634F3211}" dt="2026-09-21T21:41:35.734" v="17136" actId="21"/>
          <ac:spMkLst>
            <pc:docMk/>
            <pc:sldMk cId="1939663362" sldId="2147482890"/>
            <ac:spMk id="3" creationId="{9A44BF97-DAD5-792F-7F20-CBD4592ED0E7}"/>
          </ac:spMkLst>
        </pc:spChg>
        <pc:spChg chg="mod">
          <ac:chgData name="최인호" userId="b4efcb7a-706e-4704-a9c1-aa210034272e" providerId="ADAL" clId="{9BDDE7DB-8B59-4016-95BD-7367634F3211}" dt="2026-09-21T21:45:33.740" v="17469" actId="113"/>
          <ac:spMkLst>
            <pc:docMk/>
            <pc:sldMk cId="1939663362" sldId="2147482890"/>
            <ac:spMk id="7" creationId="{01CFDB20-B1DF-508C-351B-B7BCC0869B69}"/>
          </ac:spMkLst>
        </pc:spChg>
        <pc:spChg chg="add">
          <ac:chgData name="최인호" userId="b4efcb7a-706e-4704-a9c1-aa210034272e" providerId="ADAL" clId="{9BDDE7DB-8B59-4016-95BD-7367634F3211}" dt="2026-08-30T06:39:25.927" v="1028" actId="22"/>
          <ac:spMkLst>
            <pc:docMk/>
            <pc:sldMk cId="1939663362" sldId="2147482890"/>
            <ac:spMk id="10" creationId="{81DE4D23-3E7B-F0A6-C277-FC7A0F6F1614}"/>
          </ac:spMkLst>
        </pc:spChg>
        <pc:spChg chg="mod">
          <ac:chgData name="최인호" userId="b4efcb7a-706e-4704-a9c1-aa210034272e" providerId="ADAL" clId="{9BDDE7DB-8B59-4016-95BD-7367634F3211}" dt="2026-09-22T07:54:16.768" v="21546" actId="1076"/>
          <ac:spMkLst>
            <pc:docMk/>
            <pc:sldMk cId="1939663362" sldId="2147482890"/>
            <ac:spMk id="15" creationId="{38E89203-498C-236E-2AE8-40708A5B19F6}"/>
          </ac:spMkLst>
        </pc:spChg>
        <pc:picChg chg="add del">
          <ac:chgData name="최인호" userId="b4efcb7a-706e-4704-a9c1-aa210034272e" providerId="ADAL" clId="{9BDDE7DB-8B59-4016-95BD-7367634F3211}" dt="2026-09-21T18:43:04.985" v="2268" actId="21"/>
          <ac:picMkLst>
            <pc:docMk/>
            <pc:sldMk cId="1939663362" sldId="2147482890"/>
            <ac:picMk id="12" creationId="{33E40580-02CA-459C-711D-98BB7BD4D048}"/>
          </ac:picMkLst>
        </pc:picChg>
      </pc:sldChg>
      <pc:sldChg chg="addSp delSp modSp mod">
        <pc:chgData name="최인호" userId="b4efcb7a-706e-4704-a9c1-aa210034272e" providerId="ADAL" clId="{9BDDE7DB-8B59-4016-95BD-7367634F3211}" dt="2026-09-21T21:46:24.406" v="17651" actId="20577"/>
        <pc:sldMkLst>
          <pc:docMk/>
          <pc:sldMk cId="1472846686" sldId="2147482893"/>
        </pc:sldMkLst>
        <pc:spChg chg="mod">
          <ac:chgData name="최인호" userId="b4efcb7a-706e-4704-a9c1-aa210034272e" providerId="ADAL" clId="{9BDDE7DB-8B59-4016-95BD-7367634F3211}" dt="2026-09-21T21:46:24.406" v="17651" actId="20577"/>
          <ac:spMkLst>
            <pc:docMk/>
            <pc:sldMk cId="1472846686" sldId="2147482893"/>
            <ac:spMk id="3" creationId="{B1B39084-B461-FA83-47F6-DA470834F6ED}"/>
          </ac:spMkLst>
        </pc:spChg>
        <pc:spChg chg="add">
          <ac:chgData name="최인호" userId="b4efcb7a-706e-4704-a9c1-aa210034272e" providerId="ADAL" clId="{9BDDE7DB-8B59-4016-95BD-7367634F3211}" dt="2026-08-30T06:39:27.301" v="1030" actId="22"/>
          <ac:spMkLst>
            <pc:docMk/>
            <pc:sldMk cId="1472846686" sldId="2147482893"/>
            <ac:spMk id="7" creationId="{E68709B6-5207-79DC-91B5-BFF7279785B4}"/>
          </ac:spMkLst>
        </pc:spChg>
        <pc:spChg chg="del">
          <ac:chgData name="최인호" userId="b4efcb7a-706e-4704-a9c1-aa210034272e" providerId="ADAL" clId="{9BDDE7DB-8B59-4016-95BD-7367634F3211}" dt="2026-09-21T21:43:09.350" v="17179" actId="21"/>
          <ac:spMkLst>
            <pc:docMk/>
            <pc:sldMk cId="1472846686" sldId="2147482893"/>
            <ac:spMk id="9" creationId="{23335E19-E641-32C7-41E5-7E7781B50EAF}"/>
          </ac:spMkLst>
        </pc:spChg>
        <pc:spChg chg="del">
          <ac:chgData name="최인호" userId="b4efcb7a-706e-4704-a9c1-aa210034272e" providerId="ADAL" clId="{9BDDE7DB-8B59-4016-95BD-7367634F3211}" dt="2026-09-21T21:43:09.350" v="17179" actId="21"/>
          <ac:spMkLst>
            <pc:docMk/>
            <pc:sldMk cId="1472846686" sldId="2147482893"/>
            <ac:spMk id="10" creationId="{8BA2987E-12A2-22FD-6381-37EDC3CC4EFC}"/>
          </ac:spMkLst>
        </pc:spChg>
        <pc:spChg chg="del">
          <ac:chgData name="최인호" userId="b4efcb7a-706e-4704-a9c1-aa210034272e" providerId="ADAL" clId="{9BDDE7DB-8B59-4016-95BD-7367634F3211}" dt="2026-09-21T21:44:56.768" v="17408" actId="21"/>
          <ac:spMkLst>
            <pc:docMk/>
            <pc:sldMk cId="1472846686" sldId="2147482893"/>
            <ac:spMk id="12" creationId="{05B92E28-281B-43FC-2236-45D80DCFC38A}"/>
          </ac:spMkLst>
        </pc:spChg>
        <pc:spChg chg="mod">
          <ac:chgData name="최인호" userId="b4efcb7a-706e-4704-a9c1-aa210034272e" providerId="ADAL" clId="{9BDDE7DB-8B59-4016-95BD-7367634F3211}" dt="2026-09-21T21:44:52.655" v="17405" actId="1076"/>
          <ac:spMkLst>
            <pc:docMk/>
            <pc:sldMk cId="1472846686" sldId="2147482893"/>
            <ac:spMk id="13" creationId="{6FC088D7-1547-3DF8-4578-970C44F16480}"/>
          </ac:spMkLst>
        </pc:spChg>
        <pc:spChg chg="add del mod">
          <ac:chgData name="최인호" userId="b4efcb7a-706e-4704-a9c1-aa210034272e" providerId="ADAL" clId="{9BDDE7DB-8B59-4016-95BD-7367634F3211}" dt="2026-09-21T21:44:58.223" v="17411" actId="21"/>
          <ac:spMkLst>
            <pc:docMk/>
            <pc:sldMk cId="1472846686" sldId="2147482893"/>
            <ac:spMk id="18" creationId="{59208BEB-8BBA-B566-FA64-F242289424AD}"/>
          </ac:spMkLst>
        </pc:spChg>
        <pc:spChg chg="del">
          <ac:chgData name="최인호" userId="b4efcb7a-706e-4704-a9c1-aa210034272e" providerId="ADAL" clId="{9BDDE7DB-8B59-4016-95BD-7367634F3211}" dt="2026-09-21T21:43:09.350" v="17179" actId="21"/>
          <ac:spMkLst>
            <pc:docMk/>
            <pc:sldMk cId="1472846686" sldId="2147482893"/>
            <ac:spMk id="20" creationId="{1F48A45B-7355-8FC8-DDD2-A7C12FE2A35C}"/>
          </ac:spMkLst>
        </pc:spChg>
        <pc:spChg chg="add mod">
          <ac:chgData name="최인호" userId="b4efcb7a-706e-4704-a9c1-aa210034272e" providerId="ADAL" clId="{9BDDE7DB-8B59-4016-95BD-7367634F3211}" dt="2026-09-21T21:45:10.803" v="17417" actId="14100"/>
          <ac:spMkLst>
            <pc:docMk/>
            <pc:sldMk cId="1472846686" sldId="2147482893"/>
            <ac:spMk id="21" creationId="{4F8A5259-4746-B3AF-927B-CD5F7CE83130}"/>
          </ac:spMkLst>
        </pc:spChg>
        <pc:spChg chg="add mod">
          <ac:chgData name="최인호" userId="b4efcb7a-706e-4704-a9c1-aa210034272e" providerId="ADAL" clId="{9BDDE7DB-8B59-4016-95BD-7367634F3211}" dt="2026-09-21T21:45:51.534" v="17532" actId="207"/>
          <ac:spMkLst>
            <pc:docMk/>
            <pc:sldMk cId="1472846686" sldId="2147482893"/>
            <ac:spMk id="23" creationId="{826BA84E-9251-EF58-86A6-BF49626ED57D}"/>
          </ac:spMkLst>
        </pc:spChg>
        <pc:picChg chg="del">
          <ac:chgData name="최인호" userId="b4efcb7a-706e-4704-a9c1-aa210034272e" providerId="ADAL" clId="{9BDDE7DB-8B59-4016-95BD-7367634F3211}" dt="2026-09-21T21:43:09.350" v="17179" actId="21"/>
          <ac:picMkLst>
            <pc:docMk/>
            <pc:sldMk cId="1472846686" sldId="2147482893"/>
            <ac:picMk id="6" creationId="{B0EDCE22-4B79-6589-70FB-8F04BEC6BA95}"/>
          </ac:picMkLst>
        </pc:picChg>
        <pc:picChg chg="add del mod modCrop">
          <ac:chgData name="최인호" userId="b4efcb7a-706e-4704-a9c1-aa210034272e" providerId="ADAL" clId="{9BDDE7DB-8B59-4016-95BD-7367634F3211}" dt="2026-09-21T21:43:09.350" v="17179" actId="21"/>
          <ac:picMkLst>
            <pc:docMk/>
            <pc:sldMk cId="1472846686" sldId="2147482893"/>
            <ac:picMk id="8" creationId="{8BC99C9F-89F9-35F3-2A4C-51C26EBE94B1}"/>
          </ac:picMkLst>
        </pc:picChg>
        <pc:picChg chg="mod">
          <ac:chgData name="최인호" userId="b4efcb7a-706e-4704-a9c1-aa210034272e" providerId="ADAL" clId="{9BDDE7DB-8B59-4016-95BD-7367634F3211}" dt="2026-09-21T21:45:04.197" v="17414" actId="1076"/>
          <ac:picMkLst>
            <pc:docMk/>
            <pc:sldMk cId="1472846686" sldId="2147482893"/>
            <ac:picMk id="11" creationId="{EBAB206D-F4D5-B40C-76FE-BE0B5920F007}"/>
          </ac:picMkLst>
        </pc:picChg>
        <pc:picChg chg="mod">
          <ac:chgData name="최인호" userId="b4efcb7a-706e-4704-a9c1-aa210034272e" providerId="ADAL" clId="{9BDDE7DB-8B59-4016-95BD-7367634F3211}" dt="2026-09-21T21:44:54.733" v="17407" actId="1076"/>
          <ac:picMkLst>
            <pc:docMk/>
            <pc:sldMk cId="1472846686" sldId="2147482893"/>
            <ac:picMk id="15" creationId="{95245239-C501-63CA-4338-01DCB602B9AE}"/>
          </ac:picMkLst>
        </pc:picChg>
        <pc:picChg chg="add mod">
          <ac:chgData name="최인호" userId="b4efcb7a-706e-4704-a9c1-aa210034272e" providerId="ADAL" clId="{9BDDE7DB-8B59-4016-95BD-7367634F3211}" dt="2026-09-21T21:45:53.178" v="17533" actId="208"/>
          <ac:picMkLst>
            <pc:docMk/>
            <pc:sldMk cId="1472846686" sldId="2147482893"/>
            <ac:picMk id="16" creationId="{51561680-4C53-9FF0-65D1-7EE9A15ABAE9}"/>
          </ac:picMkLst>
        </pc:picChg>
      </pc:sldChg>
      <pc:sldChg chg="addSp modSp add del mod">
        <pc:chgData name="최인호" userId="b4efcb7a-706e-4704-a9c1-aa210034272e" providerId="ADAL" clId="{9BDDE7DB-8B59-4016-95BD-7367634F3211}" dt="2026-09-21T21:55:01.685" v="18212" actId="21"/>
        <pc:sldMkLst>
          <pc:docMk/>
          <pc:sldMk cId="1657160770" sldId="2147482895"/>
        </pc:sldMkLst>
        <pc:spChg chg="mod">
          <ac:chgData name="최인호" userId="b4efcb7a-706e-4704-a9c1-aa210034272e" providerId="ADAL" clId="{9BDDE7DB-8B59-4016-95BD-7367634F3211}" dt="2026-09-21T21:55:01.685" v="18212" actId="21"/>
          <ac:spMkLst>
            <pc:docMk/>
            <pc:sldMk cId="1657160770" sldId="2147482895"/>
            <ac:spMk id="3" creationId="{BA5E3088-56A3-A8F9-A1EC-19940427D7EE}"/>
          </ac:spMkLst>
        </pc:spChg>
        <pc:spChg chg="add">
          <ac:chgData name="최인호" userId="b4efcb7a-706e-4704-a9c1-aa210034272e" providerId="ADAL" clId="{9BDDE7DB-8B59-4016-95BD-7367634F3211}" dt="2026-08-30T06:39:25.307" v="1027" actId="22"/>
          <ac:spMkLst>
            <pc:docMk/>
            <pc:sldMk cId="1657160770" sldId="2147482895"/>
            <ac:spMk id="8" creationId="{860A4A2A-C0B6-FEE4-31F3-18196446C69A}"/>
          </ac:spMkLst>
        </pc:spChg>
      </pc:sldChg>
      <pc:sldChg chg="addSp delSp modSp mod">
        <pc:chgData name="최인호" userId="b4efcb7a-706e-4704-a9c1-aa210034272e" providerId="ADAL" clId="{9BDDE7DB-8B59-4016-95BD-7367634F3211}" dt="2026-09-21T21:47:16.079" v="17672" actId="21"/>
        <pc:sldMkLst>
          <pc:docMk/>
          <pc:sldMk cId="2853282162" sldId="2147482898"/>
        </pc:sldMkLst>
        <pc:spChg chg="mod">
          <ac:chgData name="최인호" userId="b4efcb7a-706e-4704-a9c1-aa210034272e" providerId="ADAL" clId="{9BDDE7DB-8B59-4016-95BD-7367634F3211}" dt="2026-09-21T21:47:16.079" v="17672" actId="21"/>
          <ac:spMkLst>
            <pc:docMk/>
            <pc:sldMk cId="2853282162" sldId="2147482898"/>
            <ac:spMk id="6" creationId="{CD08D2B6-805D-8756-DED1-3CED6D153A4E}"/>
          </ac:spMkLst>
        </pc:spChg>
        <pc:spChg chg="add">
          <ac:chgData name="최인호" userId="b4efcb7a-706e-4704-a9c1-aa210034272e" providerId="ADAL" clId="{9BDDE7DB-8B59-4016-95BD-7367634F3211}" dt="2026-08-30T06:39:27.911" v="1031" actId="22"/>
          <ac:spMkLst>
            <pc:docMk/>
            <pc:sldMk cId="2853282162" sldId="2147482898"/>
            <ac:spMk id="7" creationId="{CC54F9FE-26A6-8FC5-0887-41A0D6DB52E1}"/>
          </ac:spMkLst>
        </pc:spChg>
        <pc:spChg chg="add del mod">
          <ac:chgData name="최인호" userId="b4efcb7a-706e-4704-a9c1-aa210034272e" providerId="ADAL" clId="{9BDDE7DB-8B59-4016-95BD-7367634F3211}" dt="2026-09-21T21:46:44.742" v="17657" actId="22"/>
          <ac:spMkLst>
            <pc:docMk/>
            <pc:sldMk cId="2853282162" sldId="2147482898"/>
            <ac:spMk id="8" creationId="{DD08FDE8-B74F-4BE3-14CC-18BDFBC41EBD}"/>
          </ac:spMkLst>
        </pc:spChg>
        <pc:spChg chg="add mod">
          <ac:chgData name="최인호" userId="b4efcb7a-706e-4704-a9c1-aa210034272e" providerId="ADAL" clId="{9BDDE7DB-8B59-4016-95BD-7367634F3211}" dt="2026-09-21T21:47:00.631" v="17671" actId="1076"/>
          <ac:spMkLst>
            <pc:docMk/>
            <pc:sldMk cId="2853282162" sldId="2147482898"/>
            <ac:spMk id="11" creationId="{C23F9A93-A806-0228-A275-EA643C600EBD}"/>
          </ac:spMkLst>
        </pc:spChg>
      </pc:sldChg>
      <pc:sldChg chg="addSp modSp mod">
        <pc:chgData name="최인호" userId="b4efcb7a-706e-4704-a9c1-aa210034272e" providerId="ADAL" clId="{9BDDE7DB-8B59-4016-95BD-7367634F3211}" dt="2026-09-21T22:22:20.936" v="18595" actId="6549"/>
        <pc:sldMkLst>
          <pc:docMk/>
          <pc:sldMk cId="3414199624" sldId="2147482900"/>
        </pc:sldMkLst>
        <pc:spChg chg="mod">
          <ac:chgData name="최인호" userId="b4efcb7a-706e-4704-a9c1-aa210034272e" providerId="ADAL" clId="{9BDDE7DB-8B59-4016-95BD-7367634F3211}" dt="2026-09-21T21:50:28.826" v="17877"/>
          <ac:spMkLst>
            <pc:docMk/>
            <pc:sldMk cId="3414199624" sldId="2147482900"/>
            <ac:spMk id="2" creationId="{0A491222-3437-0542-33DF-18FDF2ED3D1B}"/>
          </ac:spMkLst>
        </pc:spChg>
        <pc:spChg chg="mod">
          <ac:chgData name="최인호" userId="b4efcb7a-706e-4704-a9c1-aa210034272e" providerId="ADAL" clId="{9BDDE7DB-8B59-4016-95BD-7367634F3211}" dt="2026-09-21T22:22:20.936" v="18595" actId="6549"/>
          <ac:spMkLst>
            <pc:docMk/>
            <pc:sldMk cId="3414199624" sldId="2147482900"/>
            <ac:spMk id="3" creationId="{72F3DB76-2463-51FD-9755-053476EAB637}"/>
          </ac:spMkLst>
        </pc:spChg>
        <pc:spChg chg="mod">
          <ac:chgData name="최인호" userId="b4efcb7a-706e-4704-a9c1-aa210034272e" providerId="ADAL" clId="{9BDDE7DB-8B59-4016-95BD-7367634F3211}" dt="2026-09-21T18:33:54.305" v="1599"/>
          <ac:spMkLst>
            <pc:docMk/>
            <pc:sldMk cId="3414199624" sldId="2147482900"/>
            <ac:spMk id="13" creationId="{F035ADCB-D080-3269-80C2-B9437C55364B}"/>
          </ac:spMkLst>
        </pc:spChg>
        <pc:spChg chg="mod">
          <ac:chgData name="최인호" userId="b4efcb7a-706e-4704-a9c1-aa210034272e" providerId="ADAL" clId="{9BDDE7DB-8B59-4016-95BD-7367634F3211}" dt="2026-09-21T21:52:10.182" v="17910" actId="1076"/>
          <ac:spMkLst>
            <pc:docMk/>
            <pc:sldMk cId="3414199624" sldId="2147482900"/>
            <ac:spMk id="14" creationId="{3FFF2E86-8B52-F78C-82A3-0E6F465318F8}"/>
          </ac:spMkLst>
        </pc:spChg>
        <pc:spChg chg="add mod">
          <ac:chgData name="최인호" userId="b4efcb7a-706e-4704-a9c1-aa210034272e" providerId="ADAL" clId="{9BDDE7DB-8B59-4016-95BD-7367634F3211}" dt="2026-09-21T22:06:08.972" v="18494"/>
          <ac:spMkLst>
            <pc:docMk/>
            <pc:sldMk cId="3414199624" sldId="2147482900"/>
            <ac:spMk id="15" creationId="{CD43611B-1104-9473-E94F-9BF9ECCC4A02}"/>
          </ac:spMkLst>
        </pc:spChg>
        <pc:spChg chg="mod">
          <ac:chgData name="최인호" userId="b4efcb7a-706e-4704-a9c1-aa210034272e" providerId="ADAL" clId="{9BDDE7DB-8B59-4016-95BD-7367634F3211}" dt="2026-09-21T21:52:10.182" v="17910" actId="1076"/>
          <ac:spMkLst>
            <pc:docMk/>
            <pc:sldMk cId="3414199624" sldId="2147482900"/>
            <ac:spMk id="16" creationId="{B773F0C2-4295-6CC6-5F08-CBFF05240F22}"/>
          </ac:spMkLst>
        </pc:spChg>
        <pc:spChg chg="mod">
          <ac:chgData name="최인호" userId="b4efcb7a-706e-4704-a9c1-aa210034272e" providerId="ADAL" clId="{9BDDE7DB-8B59-4016-95BD-7367634F3211}" dt="2026-09-21T21:52:10.182" v="17910" actId="1076"/>
          <ac:spMkLst>
            <pc:docMk/>
            <pc:sldMk cId="3414199624" sldId="2147482900"/>
            <ac:spMk id="18" creationId="{20DE1E9B-2D85-A570-FF47-3EA91D48A761}"/>
          </ac:spMkLst>
        </pc:spChg>
        <pc:spChg chg="mod">
          <ac:chgData name="최인호" userId="b4efcb7a-706e-4704-a9c1-aa210034272e" providerId="ADAL" clId="{9BDDE7DB-8B59-4016-95BD-7367634F3211}" dt="2026-09-21T21:52:10.182" v="17910" actId="1076"/>
          <ac:spMkLst>
            <pc:docMk/>
            <pc:sldMk cId="3414199624" sldId="2147482900"/>
            <ac:spMk id="19" creationId="{88550465-6894-B173-A943-8D998E9B243D}"/>
          </ac:spMkLst>
        </pc:spChg>
        <pc:grpChg chg="mod">
          <ac:chgData name="최인호" userId="b4efcb7a-706e-4704-a9c1-aa210034272e" providerId="ADAL" clId="{9BDDE7DB-8B59-4016-95BD-7367634F3211}" dt="2026-09-21T21:52:10.182" v="17910" actId="1076"/>
          <ac:grpSpMkLst>
            <pc:docMk/>
            <pc:sldMk cId="3414199624" sldId="2147482900"/>
            <ac:grpSpMk id="17" creationId="{02A89FE4-4BCF-4A02-D2FD-8D61F39941DC}"/>
          </ac:grpSpMkLst>
        </pc:grpChg>
      </pc:sldChg>
      <pc:sldChg chg="addSp delSp modSp mod">
        <pc:chgData name="최인호" userId="b4efcb7a-706e-4704-a9c1-aa210034272e" providerId="ADAL" clId="{9BDDE7DB-8B59-4016-95BD-7367634F3211}" dt="2026-09-21T22:22:53.842" v="18704" actId="20577"/>
        <pc:sldMkLst>
          <pc:docMk/>
          <pc:sldMk cId="845727787" sldId="2147482902"/>
        </pc:sldMkLst>
        <pc:spChg chg="mod">
          <ac:chgData name="최인호" userId="b4efcb7a-706e-4704-a9c1-aa210034272e" providerId="ADAL" clId="{9BDDE7DB-8B59-4016-95BD-7367634F3211}" dt="2026-09-21T22:21:52.292" v="18548" actId="20577"/>
          <ac:spMkLst>
            <pc:docMk/>
            <pc:sldMk cId="845727787" sldId="2147482902"/>
            <ac:spMk id="2" creationId="{A202C1AF-4C8B-5E90-E985-BB2C1760E862}"/>
          </ac:spMkLst>
        </pc:spChg>
        <pc:spChg chg="mod">
          <ac:chgData name="최인호" userId="b4efcb7a-706e-4704-a9c1-aa210034272e" providerId="ADAL" clId="{9BDDE7DB-8B59-4016-95BD-7367634F3211}" dt="2026-09-21T22:22:53.842" v="18704" actId="20577"/>
          <ac:spMkLst>
            <pc:docMk/>
            <pc:sldMk cId="845727787" sldId="2147482902"/>
            <ac:spMk id="3" creationId="{68FCB9D5-0A4D-46D9-0D78-FCD096B6A3AC}"/>
          </ac:spMkLst>
        </pc:spChg>
        <pc:spChg chg="mod">
          <ac:chgData name="최인호" userId="b4efcb7a-706e-4704-a9c1-aa210034272e" providerId="ADAL" clId="{9BDDE7DB-8B59-4016-95BD-7367634F3211}" dt="2026-09-21T22:20:56.417" v="18498" actId="1076"/>
          <ac:spMkLst>
            <pc:docMk/>
            <pc:sldMk cId="845727787" sldId="2147482902"/>
            <ac:spMk id="5" creationId="{44D2716F-2D29-6D88-507C-EED2DA13F121}"/>
          </ac:spMkLst>
        </pc:spChg>
        <pc:spChg chg="mod">
          <ac:chgData name="최인호" userId="b4efcb7a-706e-4704-a9c1-aa210034272e" providerId="ADAL" clId="{9BDDE7DB-8B59-4016-95BD-7367634F3211}" dt="2026-09-21T22:20:56.417" v="18498" actId="1076"/>
          <ac:spMkLst>
            <pc:docMk/>
            <pc:sldMk cId="845727787" sldId="2147482902"/>
            <ac:spMk id="6" creationId="{742F4875-BD42-9186-DE80-07708CC6839F}"/>
          </ac:spMkLst>
        </pc:spChg>
        <pc:spChg chg="del">
          <ac:chgData name="최인호" userId="b4efcb7a-706e-4704-a9c1-aa210034272e" providerId="ADAL" clId="{9BDDE7DB-8B59-4016-95BD-7367634F3211}" dt="2026-09-21T22:20:53.049" v="18496" actId="21"/>
          <ac:spMkLst>
            <pc:docMk/>
            <pc:sldMk cId="845727787" sldId="2147482902"/>
            <ac:spMk id="10" creationId="{FBBAD8D6-362A-E462-EB0C-5A072EB27FBA}"/>
          </ac:spMkLst>
        </pc:spChg>
        <pc:spChg chg="mod">
          <ac:chgData name="최인호" userId="b4efcb7a-706e-4704-a9c1-aa210034272e" providerId="ADAL" clId="{9BDDE7DB-8B59-4016-95BD-7367634F3211}" dt="2026-09-21T22:05:07.540" v="18491" actId="20577"/>
          <ac:spMkLst>
            <pc:docMk/>
            <pc:sldMk cId="845727787" sldId="2147482902"/>
            <ac:spMk id="11" creationId="{AE0C4E7C-0815-4380-8459-233A6E93297D}"/>
          </ac:spMkLst>
        </pc:spChg>
        <pc:spChg chg="add mod">
          <ac:chgData name="최인호" userId="b4efcb7a-706e-4704-a9c1-aa210034272e" providerId="ADAL" clId="{9BDDE7DB-8B59-4016-95BD-7367634F3211}" dt="2026-09-21T22:06:08.972" v="18494"/>
          <ac:spMkLst>
            <pc:docMk/>
            <pc:sldMk cId="845727787" sldId="2147482902"/>
            <ac:spMk id="12" creationId="{1AE1A530-C958-4150-133A-6CEB43CEC4B4}"/>
          </ac:spMkLst>
        </pc:spChg>
        <pc:spChg chg="add mod">
          <ac:chgData name="최인호" userId="b4efcb7a-706e-4704-a9c1-aa210034272e" providerId="ADAL" clId="{9BDDE7DB-8B59-4016-95BD-7367634F3211}" dt="2026-09-21T22:20:56.417" v="18498" actId="1076"/>
          <ac:spMkLst>
            <pc:docMk/>
            <pc:sldMk cId="845727787" sldId="2147482902"/>
            <ac:spMk id="13" creationId="{10374065-C489-FCEC-06B8-52F49E056AE3}"/>
          </ac:spMkLst>
        </pc:spChg>
        <pc:spChg chg="add mod">
          <ac:chgData name="최인호" userId="b4efcb7a-706e-4704-a9c1-aa210034272e" providerId="ADAL" clId="{9BDDE7DB-8B59-4016-95BD-7367634F3211}" dt="2026-09-21T22:21:41.852" v="18511" actId="1076"/>
          <ac:spMkLst>
            <pc:docMk/>
            <pc:sldMk cId="845727787" sldId="2147482902"/>
            <ac:spMk id="14" creationId="{0B61A8A0-BD1E-3291-D7B7-661027631DA9}"/>
          </ac:spMkLst>
        </pc:spChg>
        <pc:picChg chg="del">
          <ac:chgData name="최인호" userId="b4efcb7a-706e-4704-a9c1-aa210034272e" providerId="ADAL" clId="{9BDDE7DB-8B59-4016-95BD-7367634F3211}" dt="2026-09-21T22:05:50.843" v="18493" actId="21"/>
          <ac:picMkLst>
            <pc:docMk/>
            <pc:sldMk cId="845727787" sldId="2147482902"/>
            <ac:picMk id="7" creationId="{6FEA055D-AA23-4E7B-A5C1-9F046A40C3DE}"/>
          </ac:picMkLst>
        </pc:picChg>
        <pc:picChg chg="add mod">
          <ac:chgData name="최인호" userId="b4efcb7a-706e-4704-a9c1-aa210034272e" providerId="ADAL" clId="{9BDDE7DB-8B59-4016-95BD-7367634F3211}" dt="2026-09-21T22:21:40.876" v="18510" actId="1076"/>
          <ac:picMkLst>
            <pc:docMk/>
            <pc:sldMk cId="845727787" sldId="2147482902"/>
            <ac:picMk id="8" creationId="{0EC74B3E-B2E8-BFDD-B67D-9DB711DBE980}"/>
          </ac:picMkLst>
        </pc:picChg>
      </pc:sldChg>
      <pc:sldChg chg="addSp delSp modSp del mod">
        <pc:chgData name="최인호" userId="b4efcb7a-706e-4704-a9c1-aa210034272e" providerId="ADAL" clId="{9BDDE7DB-8B59-4016-95BD-7367634F3211}" dt="2026-09-21T21:57:45.271" v="18265" actId="2696"/>
        <pc:sldMkLst>
          <pc:docMk/>
          <pc:sldMk cId="1626041457" sldId="2147482903"/>
        </pc:sldMkLst>
        <pc:spChg chg="del">
          <ac:chgData name="최인호" userId="b4efcb7a-706e-4704-a9c1-aa210034272e" providerId="ADAL" clId="{9BDDE7DB-8B59-4016-95BD-7367634F3211}" dt="2026-09-21T21:55:41.526" v="18213" actId="21"/>
          <ac:spMkLst>
            <pc:docMk/>
            <pc:sldMk cId="1626041457" sldId="2147482903"/>
            <ac:spMk id="5" creationId="{DCA3E35C-BEDD-40F5-5E3C-D19C4E432838}"/>
          </ac:spMkLst>
        </pc:spChg>
        <pc:spChg chg="mod">
          <ac:chgData name="최인호" userId="b4efcb7a-706e-4704-a9c1-aa210034272e" providerId="ADAL" clId="{9BDDE7DB-8B59-4016-95BD-7367634F3211}" dt="2026-09-21T21:56:04.697" v="18225" actId="1076"/>
          <ac:spMkLst>
            <pc:docMk/>
            <pc:sldMk cId="1626041457" sldId="2147482903"/>
            <ac:spMk id="11" creationId="{86B99F93-D3F4-DA67-1BFF-CF101F65BE72}"/>
          </ac:spMkLst>
        </pc:spChg>
        <pc:picChg chg="del">
          <ac:chgData name="최인호" userId="b4efcb7a-706e-4704-a9c1-aa210034272e" providerId="ADAL" clId="{9BDDE7DB-8B59-4016-95BD-7367634F3211}" dt="2026-09-21T21:55:41.526" v="18213" actId="21"/>
          <ac:picMkLst>
            <pc:docMk/>
            <pc:sldMk cId="1626041457" sldId="2147482903"/>
            <ac:picMk id="4" creationId="{A600D934-DC62-559B-67F0-92655366C085}"/>
          </ac:picMkLst>
        </pc:picChg>
        <pc:picChg chg="mod">
          <ac:chgData name="최인호" userId="b4efcb7a-706e-4704-a9c1-aa210034272e" providerId="ADAL" clId="{9BDDE7DB-8B59-4016-95BD-7367634F3211}" dt="2026-09-21T21:56:04.697" v="18225" actId="1076"/>
          <ac:picMkLst>
            <pc:docMk/>
            <pc:sldMk cId="1626041457" sldId="2147482903"/>
            <ac:picMk id="9" creationId="{ABA326CF-E04A-1A8C-CC3D-E8C1838EF6F6}"/>
          </ac:picMkLst>
        </pc:picChg>
        <pc:picChg chg="add mod">
          <ac:chgData name="최인호" userId="b4efcb7a-706e-4704-a9c1-aa210034272e" providerId="ADAL" clId="{9BDDE7DB-8B59-4016-95BD-7367634F3211}" dt="2026-09-21T21:56:04.697" v="18225" actId="1076"/>
          <ac:picMkLst>
            <pc:docMk/>
            <pc:sldMk cId="1626041457" sldId="2147482903"/>
            <ac:picMk id="10" creationId="{F46DE0B7-F8D3-ADE0-D19C-18C8AF468353}"/>
          </ac:picMkLst>
        </pc:picChg>
        <pc:picChg chg="del mod">
          <ac:chgData name="최인호" userId="b4efcb7a-706e-4704-a9c1-aa210034272e" providerId="ADAL" clId="{9BDDE7DB-8B59-4016-95BD-7367634F3211}" dt="2026-09-21T21:55:57.398" v="18218" actId="21"/>
          <ac:picMkLst>
            <pc:docMk/>
            <pc:sldMk cId="1626041457" sldId="2147482903"/>
            <ac:picMk id="15" creationId="{B1C62CAA-C103-9C81-BAD3-73A41FD8975F}"/>
          </ac:picMkLst>
        </pc:picChg>
      </pc:sldChg>
      <pc:sldChg chg="addSp delSp modSp mod">
        <pc:chgData name="최인호" userId="b4efcb7a-706e-4704-a9c1-aa210034272e" providerId="ADAL" clId="{9BDDE7DB-8B59-4016-95BD-7367634F3211}" dt="2026-09-21T21:49:21.459" v="17752" actId="20577"/>
        <pc:sldMkLst>
          <pc:docMk/>
          <pc:sldMk cId="2648963353" sldId="2147482904"/>
        </pc:sldMkLst>
        <pc:spChg chg="mod">
          <ac:chgData name="최인호" userId="b4efcb7a-706e-4704-a9c1-aa210034272e" providerId="ADAL" clId="{9BDDE7DB-8B59-4016-95BD-7367634F3211}" dt="2026-09-21T21:49:21.459" v="17752" actId="20577"/>
          <ac:spMkLst>
            <pc:docMk/>
            <pc:sldMk cId="2648963353" sldId="2147482904"/>
            <ac:spMk id="2" creationId="{13F08831-C16E-2765-6894-948623429DF7}"/>
          </ac:spMkLst>
        </pc:spChg>
        <pc:spChg chg="add">
          <ac:chgData name="최인호" userId="b4efcb7a-706e-4704-a9c1-aa210034272e" providerId="ADAL" clId="{9BDDE7DB-8B59-4016-95BD-7367634F3211}" dt="2026-08-30T06:39:28.552" v="1032" actId="22"/>
          <ac:spMkLst>
            <pc:docMk/>
            <pc:sldMk cId="2648963353" sldId="2147482904"/>
            <ac:spMk id="6" creationId="{64279B82-EEBB-DA75-3297-1EE967237112}"/>
          </ac:spMkLst>
        </pc:spChg>
        <pc:spChg chg="del">
          <ac:chgData name="최인호" userId="b4efcb7a-706e-4704-a9c1-aa210034272e" providerId="ADAL" clId="{9BDDE7DB-8B59-4016-95BD-7367634F3211}" dt="2026-09-21T21:48:54.935" v="17730" actId="21"/>
          <ac:spMkLst>
            <pc:docMk/>
            <pc:sldMk cId="2648963353" sldId="2147482904"/>
            <ac:spMk id="10" creationId="{FDC3E2AF-AB29-4516-079A-B2C27B41633C}"/>
          </ac:spMkLst>
        </pc:spChg>
        <pc:spChg chg="add mod">
          <ac:chgData name="최인호" userId="b4efcb7a-706e-4704-a9c1-aa210034272e" providerId="ADAL" clId="{9BDDE7DB-8B59-4016-95BD-7367634F3211}" dt="2026-09-21T21:49:08.491" v="17744" actId="1076"/>
          <ac:spMkLst>
            <pc:docMk/>
            <pc:sldMk cId="2648963353" sldId="2147482904"/>
            <ac:spMk id="11" creationId="{B5D1AE26-7B70-1792-910A-52CBB16EE28D}"/>
          </ac:spMkLst>
        </pc:spChg>
        <pc:spChg chg="add mod">
          <ac:chgData name="최인호" userId="b4efcb7a-706e-4704-a9c1-aa210034272e" providerId="ADAL" clId="{9BDDE7DB-8B59-4016-95BD-7367634F3211}" dt="2026-09-21T21:48:56.909" v="17734" actId="571"/>
          <ac:spMkLst>
            <pc:docMk/>
            <pc:sldMk cId="2648963353" sldId="2147482904"/>
            <ac:spMk id="14" creationId="{B71BC311-9473-1AF4-2A3D-C8BCC1022C70}"/>
          </ac:spMkLst>
        </pc:spChg>
        <pc:spChg chg="add mod">
          <ac:chgData name="최인호" userId="b4efcb7a-706e-4704-a9c1-aa210034272e" providerId="ADAL" clId="{9BDDE7DB-8B59-4016-95BD-7367634F3211}" dt="2026-09-21T21:49:08.491" v="17744" actId="1076"/>
          <ac:spMkLst>
            <pc:docMk/>
            <pc:sldMk cId="2648963353" sldId="2147482904"/>
            <ac:spMk id="15" creationId="{ECB7518A-0C34-B70C-7BB7-0D37F2235AF3}"/>
          </ac:spMkLst>
        </pc:spChg>
        <pc:spChg chg="del">
          <ac:chgData name="최인호" userId="b4efcb7a-706e-4704-a9c1-aa210034272e" providerId="ADAL" clId="{9BDDE7DB-8B59-4016-95BD-7367634F3211}" dt="2026-09-21T21:49:02.223" v="17738" actId="21"/>
          <ac:spMkLst>
            <pc:docMk/>
            <pc:sldMk cId="2648963353" sldId="2147482904"/>
            <ac:spMk id="16" creationId="{36387BFE-C934-CC29-74A7-5169D8E2E803}"/>
          </ac:spMkLst>
        </pc:spChg>
        <pc:spChg chg="del mod">
          <ac:chgData name="최인호" userId="b4efcb7a-706e-4704-a9c1-aa210034272e" providerId="ADAL" clId="{9BDDE7DB-8B59-4016-95BD-7367634F3211}" dt="2026-09-21T21:49:05.551" v="17742" actId="21"/>
          <ac:spMkLst>
            <pc:docMk/>
            <pc:sldMk cId="2648963353" sldId="2147482904"/>
            <ac:spMk id="19" creationId="{8DC10241-65D4-81D0-35A3-30D897A51AC7}"/>
          </ac:spMkLst>
        </pc:spChg>
        <pc:spChg chg="del">
          <ac:chgData name="최인호" userId="b4efcb7a-706e-4704-a9c1-aa210034272e" providerId="ADAL" clId="{9BDDE7DB-8B59-4016-95BD-7367634F3211}" dt="2026-09-21T21:49:06.446" v="17743" actId="21"/>
          <ac:spMkLst>
            <pc:docMk/>
            <pc:sldMk cId="2648963353" sldId="2147482904"/>
            <ac:spMk id="20" creationId="{79D0C1F2-AFFC-5C2D-9FB7-595A91496DE7}"/>
          </ac:spMkLst>
        </pc:spChg>
        <pc:spChg chg="mod">
          <ac:chgData name="최인호" userId="b4efcb7a-706e-4704-a9c1-aa210034272e" providerId="ADAL" clId="{9BDDE7DB-8B59-4016-95BD-7367634F3211}" dt="2026-09-21T21:49:13.632" v="17747" actId="1076"/>
          <ac:spMkLst>
            <pc:docMk/>
            <pc:sldMk cId="2648963353" sldId="2147482904"/>
            <ac:spMk id="21" creationId="{BA10C59F-EEAC-52F9-3405-7DF8D7F6112D}"/>
          </ac:spMkLst>
        </pc:spChg>
        <pc:picChg chg="add mod">
          <ac:chgData name="최인호" userId="b4efcb7a-706e-4704-a9c1-aa210034272e" providerId="ADAL" clId="{9BDDE7DB-8B59-4016-95BD-7367634F3211}" dt="2026-09-21T21:49:08.491" v="17744" actId="1076"/>
          <ac:picMkLst>
            <pc:docMk/>
            <pc:sldMk cId="2648963353" sldId="2147482904"/>
            <ac:picMk id="7" creationId="{512E7BB8-6D68-DCC9-DF2F-7C198CB77B31}"/>
          </ac:picMkLst>
        </pc:picChg>
        <pc:picChg chg="del">
          <ac:chgData name="최인호" userId="b4efcb7a-706e-4704-a9c1-aa210034272e" providerId="ADAL" clId="{9BDDE7DB-8B59-4016-95BD-7367634F3211}" dt="2026-09-21T21:48:54.245" v="17729" actId="21"/>
          <ac:picMkLst>
            <pc:docMk/>
            <pc:sldMk cId="2648963353" sldId="2147482904"/>
            <ac:picMk id="9" creationId="{8958A97D-9792-50D5-439E-4FC9BA516FA8}"/>
          </ac:picMkLst>
        </pc:picChg>
        <pc:picChg chg="add mod">
          <ac:chgData name="최인호" userId="b4efcb7a-706e-4704-a9c1-aa210034272e" providerId="ADAL" clId="{9BDDE7DB-8B59-4016-95BD-7367634F3211}" dt="2026-09-21T21:48:56.909" v="17734" actId="571"/>
          <ac:picMkLst>
            <pc:docMk/>
            <pc:sldMk cId="2648963353" sldId="2147482904"/>
            <ac:picMk id="12" creationId="{D786420F-0B96-1F79-806D-DBB64049A473}"/>
          </ac:picMkLst>
        </pc:picChg>
        <pc:picChg chg="del">
          <ac:chgData name="최인호" userId="b4efcb7a-706e-4704-a9c1-aa210034272e" providerId="ADAL" clId="{9BDDE7DB-8B59-4016-95BD-7367634F3211}" dt="2026-09-21T21:49:01.422" v="17737" actId="21"/>
          <ac:picMkLst>
            <pc:docMk/>
            <pc:sldMk cId="2648963353" sldId="2147482904"/>
            <ac:picMk id="13" creationId="{D813678B-589D-9E02-62E8-401FD6F15BB5}"/>
          </ac:picMkLst>
        </pc:picChg>
        <pc:picChg chg="del mod">
          <ac:chgData name="최인호" userId="b4efcb7a-706e-4704-a9c1-aa210034272e" providerId="ADAL" clId="{9BDDE7DB-8B59-4016-95BD-7367634F3211}" dt="2026-09-21T21:49:04.527" v="17741" actId="21"/>
          <ac:picMkLst>
            <pc:docMk/>
            <pc:sldMk cId="2648963353" sldId="2147482904"/>
            <ac:picMk id="18" creationId="{8EF38446-D03F-847D-1FF1-3B8308D6455A}"/>
          </ac:picMkLst>
        </pc:picChg>
      </pc:sldChg>
      <pc:sldChg chg="add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3907673570" sldId="2147482907"/>
        </pc:sldMkLst>
      </pc:sldChg>
      <pc:sldChg chg="add del">
        <pc:chgData name="최인호" userId="b4efcb7a-706e-4704-a9c1-aa210034272e" providerId="ADAL" clId="{9BDDE7DB-8B59-4016-95BD-7367634F3211}" dt="2026-09-21T20:38:43.173" v="12173" actId="2696"/>
        <pc:sldMkLst>
          <pc:docMk/>
          <pc:sldMk cId="4115243009" sldId="2147482907"/>
        </pc:sldMkLst>
      </pc:sldChg>
      <pc:sldChg chg="addSp modSp mod">
        <pc:chgData name="최인호" userId="b4efcb7a-706e-4704-a9c1-aa210034272e" providerId="ADAL" clId="{9BDDE7DB-8B59-4016-95BD-7367634F3211}" dt="2026-09-21T22:06:08.972" v="18494"/>
        <pc:sldMkLst>
          <pc:docMk/>
          <pc:sldMk cId="3703726752" sldId="2147482908"/>
        </pc:sldMkLst>
        <pc:spChg chg="mod">
          <ac:chgData name="최인호" userId="b4efcb7a-706e-4704-a9c1-aa210034272e" providerId="ADAL" clId="{9BDDE7DB-8B59-4016-95BD-7367634F3211}" dt="2026-09-21T21:50:26.009" v="17876"/>
          <ac:spMkLst>
            <pc:docMk/>
            <pc:sldMk cId="3703726752" sldId="2147482908"/>
            <ac:spMk id="2" creationId="{01CFA925-A86F-3042-93F5-7E6678FC31D9}"/>
          </ac:spMkLst>
        </pc:spChg>
        <pc:spChg chg="mod">
          <ac:chgData name="최인호" userId="b4efcb7a-706e-4704-a9c1-aa210034272e" providerId="ADAL" clId="{9BDDE7DB-8B59-4016-95BD-7367634F3211}" dt="2026-09-21T21:52:36.870" v="17958" actId="14100"/>
          <ac:spMkLst>
            <pc:docMk/>
            <pc:sldMk cId="3703726752" sldId="2147482908"/>
            <ac:spMk id="3" creationId="{CC16F480-ED9B-6A70-249F-28C91A82DC20}"/>
          </ac:spMkLst>
        </pc:spChg>
        <pc:spChg chg="mod">
          <ac:chgData name="최인호" userId="b4efcb7a-706e-4704-a9c1-aa210034272e" providerId="ADAL" clId="{9BDDE7DB-8B59-4016-95BD-7367634F3211}" dt="2026-08-30T04:44:38.890" v="334" actId="1076"/>
          <ac:spMkLst>
            <pc:docMk/>
            <pc:sldMk cId="3703726752" sldId="2147482908"/>
            <ac:spMk id="4" creationId="{76C9AC40-07DA-5086-9350-AB2794E54D01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6" creationId="{CEB67612-A667-4B7E-F811-87CC18134C50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7" creationId="{380F04EA-DD3F-5D07-5BB7-6FFA70974156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8" creationId="{40C506E5-F25D-02FB-D7E3-480ABDD50419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9" creationId="{E172829A-59A3-D35C-5775-C85F9CC5B8C8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10" creationId="{68B6A573-30C3-0207-3E33-23AA955EDFF7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11" creationId="{29F059FE-24F6-9A27-3BF5-76E0963DB3A9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12" creationId="{D7452053-70E7-2198-4F4D-F29F89EB6C27}"/>
          </ac:spMkLst>
        </pc:spChg>
        <pc:spChg chg="mod">
          <ac:chgData name="최인호" userId="b4efcb7a-706e-4704-a9c1-aa210034272e" providerId="ADAL" clId="{9BDDE7DB-8B59-4016-95BD-7367634F3211}" dt="2026-08-30T04:43:15.715" v="20"/>
          <ac:spMkLst>
            <pc:docMk/>
            <pc:sldMk cId="3703726752" sldId="2147482908"/>
            <ac:spMk id="13" creationId="{E6B37BD1-413D-E569-4D3D-BD4C5BD0881A}"/>
          </ac:spMkLst>
        </pc:spChg>
        <pc:spChg chg="mod">
          <ac:chgData name="최인호" userId="b4efcb7a-706e-4704-a9c1-aa210034272e" providerId="ADAL" clId="{9BDDE7DB-8B59-4016-95BD-7367634F3211}" dt="2026-09-21T18:33:50.151" v="1598" actId="20577"/>
          <ac:spMkLst>
            <pc:docMk/>
            <pc:sldMk cId="3703726752" sldId="2147482908"/>
            <ac:spMk id="14" creationId="{69FB8A73-0E00-20C7-7C5E-8FED74E3E589}"/>
          </ac:spMkLst>
        </pc:spChg>
        <pc:spChg chg="add mod">
          <ac:chgData name="최인호" userId="b4efcb7a-706e-4704-a9c1-aa210034272e" providerId="ADAL" clId="{9BDDE7DB-8B59-4016-95BD-7367634F3211}" dt="2026-09-21T21:52:39.167" v="17960" actId="1076"/>
          <ac:spMkLst>
            <pc:docMk/>
            <pc:sldMk cId="3703726752" sldId="2147482908"/>
            <ac:spMk id="15" creationId="{5DF485B6-8325-B6EA-9E74-FE3DC47BA89B}"/>
          </ac:spMkLst>
        </pc:spChg>
        <pc:spChg chg="add mod">
          <ac:chgData name="최인호" userId="b4efcb7a-706e-4704-a9c1-aa210034272e" providerId="ADAL" clId="{9BDDE7DB-8B59-4016-95BD-7367634F3211}" dt="2026-09-21T21:52:48.799" v="17994" actId="6549"/>
          <ac:spMkLst>
            <pc:docMk/>
            <pc:sldMk cId="3703726752" sldId="2147482908"/>
            <ac:spMk id="16" creationId="{9E2C77F8-9B98-C3A6-DB2E-2E2611CD6F2D}"/>
          </ac:spMkLst>
        </pc:spChg>
        <pc:spChg chg="add mod">
          <ac:chgData name="최인호" userId="b4efcb7a-706e-4704-a9c1-aa210034272e" providerId="ADAL" clId="{9BDDE7DB-8B59-4016-95BD-7367634F3211}" dt="2026-09-21T21:52:39.167" v="17960" actId="1076"/>
          <ac:spMkLst>
            <pc:docMk/>
            <pc:sldMk cId="3703726752" sldId="2147482908"/>
            <ac:spMk id="17" creationId="{EEE2C2FE-7AFA-9E04-0282-FDF6A36E6A3A}"/>
          </ac:spMkLst>
        </pc:spChg>
        <pc:spChg chg="add mod">
          <ac:chgData name="최인호" userId="b4efcb7a-706e-4704-a9c1-aa210034272e" providerId="ADAL" clId="{9BDDE7DB-8B59-4016-95BD-7367634F3211}" dt="2026-09-21T21:52:39.167" v="17960" actId="1076"/>
          <ac:spMkLst>
            <pc:docMk/>
            <pc:sldMk cId="3703726752" sldId="2147482908"/>
            <ac:spMk id="18" creationId="{2CF8236A-68B1-CB22-5B44-CC1F3D7E66BB}"/>
          </ac:spMkLst>
        </pc:spChg>
        <pc:spChg chg="add mod">
          <ac:chgData name="최인호" userId="b4efcb7a-706e-4704-a9c1-aa210034272e" providerId="ADAL" clId="{9BDDE7DB-8B59-4016-95BD-7367634F3211}" dt="2026-09-21T22:06:08.972" v="18494"/>
          <ac:spMkLst>
            <pc:docMk/>
            <pc:sldMk cId="3703726752" sldId="2147482908"/>
            <ac:spMk id="20" creationId="{41A7318F-EEA2-2444-E52F-129C62A78461}"/>
          </ac:spMkLst>
        </pc:spChg>
        <pc:grpChg chg="add mod">
          <ac:chgData name="최인호" userId="b4efcb7a-706e-4704-a9c1-aa210034272e" providerId="ADAL" clId="{9BDDE7DB-8B59-4016-95BD-7367634F3211}" dt="2026-09-21T21:52:39.167" v="17960" actId="1076"/>
          <ac:grpSpMkLst>
            <pc:docMk/>
            <pc:sldMk cId="3703726752" sldId="2147482908"/>
            <ac:grpSpMk id="5" creationId="{A1403187-4A1E-7BE8-388A-52AE066C0833}"/>
          </ac:grpSpMkLst>
        </pc:grpChg>
      </pc:sldChg>
      <pc:sldChg chg="modSp mod">
        <pc:chgData name="최인호" userId="b4efcb7a-706e-4704-a9c1-aa210034272e" providerId="ADAL" clId="{9BDDE7DB-8B59-4016-95BD-7367634F3211}" dt="2026-09-21T18:35:48.055" v="1621" actId="20577"/>
        <pc:sldMkLst>
          <pc:docMk/>
          <pc:sldMk cId="3663593388" sldId="2147482912"/>
        </pc:sldMkLst>
        <pc:spChg chg="mod">
          <ac:chgData name="최인호" userId="b4efcb7a-706e-4704-a9c1-aa210034272e" providerId="ADAL" clId="{9BDDE7DB-8B59-4016-95BD-7367634F3211}" dt="2026-09-21T18:35:48.055" v="1621" actId="20577"/>
          <ac:spMkLst>
            <pc:docMk/>
            <pc:sldMk cId="3663593388" sldId="2147482912"/>
            <ac:spMk id="3" creationId="{0643B27D-936C-79C4-2332-204A8CB0E962}"/>
          </ac:spMkLst>
        </pc:spChg>
        <pc:spChg chg="mod">
          <ac:chgData name="최인호" userId="b4efcb7a-706e-4704-a9c1-aa210034272e" providerId="ADAL" clId="{9BDDE7DB-8B59-4016-95BD-7367634F3211}" dt="2026-09-21T18:32:34.671" v="1479" actId="20577"/>
          <ac:spMkLst>
            <pc:docMk/>
            <pc:sldMk cId="3663593388" sldId="2147482912"/>
            <ac:spMk id="10" creationId="{858EC246-363D-7420-A83E-E48BB4A534E5}"/>
          </ac:spMkLst>
        </pc:spChg>
      </pc:sldChg>
      <pc:sldChg chg="addSp delSp modSp mod">
        <pc:chgData name="최인호" userId="b4efcb7a-706e-4704-a9c1-aa210034272e" providerId="ADAL" clId="{9BDDE7DB-8B59-4016-95BD-7367634F3211}" dt="2026-09-21T18:33:15.463" v="1577"/>
        <pc:sldMkLst>
          <pc:docMk/>
          <pc:sldMk cId="3296083937" sldId="2147482913"/>
        </pc:sldMkLst>
        <pc:spChg chg="add del">
          <ac:chgData name="최인호" userId="b4efcb7a-706e-4704-a9c1-aa210034272e" providerId="ADAL" clId="{9BDDE7DB-8B59-4016-95BD-7367634F3211}" dt="2026-09-21T18:33:14.953" v="1576" actId="22"/>
          <ac:spMkLst>
            <pc:docMk/>
            <pc:sldMk cId="3296083937" sldId="2147482913"/>
            <ac:spMk id="3" creationId="{AE0DC6BC-4023-86FD-858C-111817B9E48B}"/>
          </ac:spMkLst>
        </pc:spChg>
        <pc:spChg chg="mod">
          <ac:chgData name="최인호" userId="b4efcb7a-706e-4704-a9c1-aa210034272e" providerId="ADAL" clId="{9BDDE7DB-8B59-4016-95BD-7367634F3211}" dt="2026-09-21T18:33:15.463" v="1577"/>
          <ac:spMkLst>
            <pc:docMk/>
            <pc:sldMk cId="3296083937" sldId="2147482913"/>
            <ac:spMk id="5" creationId="{7BB5FDB6-B04F-DBF8-D31C-E92FBAF100F7}"/>
          </ac:spMkLst>
        </pc:spChg>
      </pc:sldChg>
      <pc:sldChg chg="addSp delSp modSp mod">
        <pc:chgData name="최인호" userId="b4efcb7a-706e-4704-a9c1-aa210034272e" providerId="ADAL" clId="{9BDDE7DB-8B59-4016-95BD-7367634F3211}" dt="2026-09-21T18:33:25.444" v="1584" actId="20577"/>
        <pc:sldMkLst>
          <pc:docMk/>
          <pc:sldMk cId="2693877214" sldId="2147482914"/>
        </pc:sldMkLst>
        <pc:spChg chg="mod">
          <ac:chgData name="최인호" userId="b4efcb7a-706e-4704-a9c1-aa210034272e" providerId="ADAL" clId="{9BDDE7DB-8B59-4016-95BD-7367634F3211}" dt="2026-09-21T18:33:25.444" v="1584" actId="20577"/>
          <ac:spMkLst>
            <pc:docMk/>
            <pc:sldMk cId="2693877214" sldId="2147482914"/>
            <ac:spMk id="4" creationId="{857E07C5-EC8D-8442-8CA7-F4E3776BB2BD}"/>
          </ac:spMkLst>
        </pc:spChg>
        <pc:spChg chg="mod">
          <ac:chgData name="최인호" userId="b4efcb7a-706e-4704-a9c1-aa210034272e" providerId="ADAL" clId="{9BDDE7DB-8B59-4016-95BD-7367634F3211}" dt="2026-09-21T18:33:10.565" v="1574"/>
          <ac:spMkLst>
            <pc:docMk/>
            <pc:sldMk cId="2693877214" sldId="2147482914"/>
            <ac:spMk id="5" creationId="{5ACDB383-417E-A9D4-71D6-F7792AB675F5}"/>
          </ac:spMkLst>
        </pc:spChg>
      </pc:sldChg>
      <pc:sldChg chg="add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2151130279" sldId="2147482915"/>
        </pc:sldMkLst>
      </pc:sldChg>
      <pc:sldChg chg="add del">
        <pc:chgData name="최인호" userId="b4efcb7a-706e-4704-a9c1-aa210034272e" providerId="ADAL" clId="{9BDDE7DB-8B59-4016-95BD-7367634F3211}" dt="2026-09-21T20:38:43.173" v="12173" actId="2696"/>
        <pc:sldMkLst>
          <pc:docMk/>
          <pc:sldMk cId="3486464599" sldId="2147482915"/>
        </pc:sldMkLst>
      </pc:sldChg>
      <pc:sldChg chg="addSp delSp modSp mod">
        <pc:chgData name="최인호" userId="b4efcb7a-706e-4704-a9c1-aa210034272e" providerId="ADAL" clId="{9BDDE7DB-8B59-4016-95BD-7367634F3211}" dt="2026-09-21T22:06:08.972" v="18494"/>
        <pc:sldMkLst>
          <pc:docMk/>
          <pc:sldMk cId="1066071061" sldId="2147482916"/>
        </pc:sldMkLst>
        <pc:spChg chg="mod">
          <ac:chgData name="최인호" userId="b4efcb7a-706e-4704-a9c1-aa210034272e" providerId="ADAL" clId="{9BDDE7DB-8B59-4016-95BD-7367634F3211}" dt="2026-09-21T21:59:33.786" v="18389" actId="21"/>
          <ac:spMkLst>
            <pc:docMk/>
            <pc:sldMk cId="1066071061" sldId="2147482916"/>
            <ac:spMk id="2" creationId="{7A097B1A-EBC9-FE2E-B3EA-5EB46F76FFED}"/>
          </ac:spMkLst>
        </pc:spChg>
        <pc:spChg chg="mod">
          <ac:chgData name="최인호" userId="b4efcb7a-706e-4704-a9c1-aa210034272e" providerId="ADAL" clId="{9BDDE7DB-8B59-4016-95BD-7367634F3211}" dt="2026-09-21T21:59:44.188" v="18421" actId="20577"/>
          <ac:spMkLst>
            <pc:docMk/>
            <pc:sldMk cId="1066071061" sldId="2147482916"/>
            <ac:spMk id="3" creationId="{5E4AFBB7-E397-8472-7947-9C6A33EAF4BF}"/>
          </ac:spMkLst>
        </pc:spChg>
        <pc:spChg chg="add mod">
          <ac:chgData name="최인호" userId="b4efcb7a-706e-4704-a9c1-aa210034272e" providerId="ADAL" clId="{9BDDE7DB-8B59-4016-95BD-7367634F3211}" dt="2026-09-21T22:06:08.972" v="18494"/>
          <ac:spMkLst>
            <pc:docMk/>
            <pc:sldMk cId="1066071061" sldId="2147482916"/>
            <ac:spMk id="7" creationId="{8C4811D9-3BDD-2472-C9E5-33634BF28AF1}"/>
          </ac:spMkLst>
        </pc:spChg>
        <pc:spChg chg="add del">
          <ac:chgData name="최인호" userId="b4efcb7a-706e-4704-a9c1-aa210034272e" providerId="ADAL" clId="{9BDDE7DB-8B59-4016-95BD-7367634F3211}" dt="2026-09-21T21:59:57.525" v="18423" actId="21"/>
          <ac:spMkLst>
            <pc:docMk/>
            <pc:sldMk cId="1066071061" sldId="2147482916"/>
            <ac:spMk id="14" creationId="{5BCD14F4-79C2-F6FC-D62D-39FEBDF892CD}"/>
          </ac:spMkLst>
        </pc:spChg>
      </pc:sldChg>
      <pc:sldChg chg="addSp del mod">
        <pc:chgData name="최인호" userId="b4efcb7a-706e-4704-a9c1-aa210034272e" providerId="ADAL" clId="{9BDDE7DB-8B59-4016-95BD-7367634F3211}" dt="2026-09-21T19:34:18.706" v="6211" actId="2696"/>
        <pc:sldMkLst>
          <pc:docMk/>
          <pc:sldMk cId="149041830" sldId="2147482940"/>
        </pc:sldMkLst>
      </pc:sldChg>
      <pc:sldChg chg="addSp modSp del mod">
        <pc:chgData name="최인호" userId="b4efcb7a-706e-4704-a9c1-aa210034272e" providerId="ADAL" clId="{9BDDE7DB-8B59-4016-95BD-7367634F3211}" dt="2026-09-21T20:38:28.292" v="12171" actId="2696"/>
        <pc:sldMkLst>
          <pc:docMk/>
          <pc:sldMk cId="693183582" sldId="2147482941"/>
        </pc:sldMkLst>
      </pc:sldChg>
      <pc:sldChg chg="add del">
        <pc:chgData name="최인호" userId="b4efcb7a-706e-4704-a9c1-aa210034272e" providerId="ADAL" clId="{9BDDE7DB-8B59-4016-95BD-7367634F3211}" dt="2026-09-21T20:38:51.642" v="12174" actId="2696"/>
        <pc:sldMkLst>
          <pc:docMk/>
          <pc:sldMk cId="2976093315" sldId="2147482941"/>
        </pc:sldMkLst>
      </pc:sldChg>
      <pc:sldChg chg="addSp delSp modSp mod">
        <pc:chgData name="최인호" userId="b4efcb7a-706e-4704-a9c1-aa210034272e" providerId="ADAL" clId="{9BDDE7DB-8B59-4016-95BD-7367634F3211}" dt="2026-09-21T21:36:37.042" v="16686" actId="1076"/>
        <pc:sldMkLst>
          <pc:docMk/>
          <pc:sldMk cId="279020305" sldId="2147482942"/>
        </pc:sldMkLst>
        <pc:spChg chg="mod">
          <ac:chgData name="최인호" userId="b4efcb7a-706e-4704-a9c1-aa210034272e" providerId="ADAL" clId="{9BDDE7DB-8B59-4016-95BD-7367634F3211}" dt="2026-09-21T21:33:59.806" v="16223" actId="6549"/>
          <ac:spMkLst>
            <pc:docMk/>
            <pc:sldMk cId="279020305" sldId="2147482942"/>
            <ac:spMk id="3" creationId="{E58AC115-3A32-CCA3-AA66-DC3962B28C52}"/>
          </ac:spMkLst>
        </pc:spChg>
        <pc:spChg chg="add">
          <ac:chgData name="최인호" userId="b4efcb7a-706e-4704-a9c1-aa210034272e" providerId="ADAL" clId="{9BDDE7DB-8B59-4016-95BD-7367634F3211}" dt="2026-08-30T06:39:13.965" v="985" actId="22"/>
          <ac:spMkLst>
            <pc:docMk/>
            <pc:sldMk cId="279020305" sldId="2147482942"/>
            <ac:spMk id="7" creationId="{B8656967-39F3-B8FE-E071-4E6C8DBD7B7B}"/>
          </ac:spMkLst>
        </pc:spChg>
        <pc:spChg chg="add del">
          <ac:chgData name="최인호" userId="b4efcb7a-706e-4704-a9c1-aa210034272e" providerId="ADAL" clId="{9BDDE7DB-8B59-4016-95BD-7367634F3211}" dt="2026-09-21T21:25:39.790" v="15842" actId="22"/>
          <ac:spMkLst>
            <pc:docMk/>
            <pc:sldMk cId="279020305" sldId="2147482942"/>
            <ac:spMk id="10" creationId="{8251C939-096F-FACF-ADAE-382B26C1A8AA}"/>
          </ac:spMkLst>
        </pc:spChg>
        <pc:spChg chg="mod">
          <ac:chgData name="최인호" userId="b4efcb7a-706e-4704-a9c1-aa210034272e" providerId="ADAL" clId="{9BDDE7DB-8B59-4016-95BD-7367634F3211}" dt="2026-09-21T21:36:37.042" v="16686" actId="1076"/>
          <ac:spMkLst>
            <pc:docMk/>
            <pc:sldMk cId="279020305" sldId="2147482942"/>
            <ac:spMk id="15" creationId="{0F0F9F3E-1CE9-6689-217B-9FC273C55709}"/>
          </ac:spMkLst>
        </pc:spChg>
        <pc:spChg chg="del">
          <ac:chgData name="최인호" userId="b4efcb7a-706e-4704-a9c1-aa210034272e" providerId="ADAL" clId="{9BDDE7DB-8B59-4016-95BD-7367634F3211}" dt="2026-09-21T21:25:51.776" v="15851" actId="21"/>
          <ac:spMkLst>
            <pc:docMk/>
            <pc:sldMk cId="279020305" sldId="2147482942"/>
            <ac:spMk id="19" creationId="{F94084D6-7C08-2403-A723-8C71EDF7F809}"/>
          </ac:spMkLst>
        </pc:spChg>
        <pc:spChg chg="add del">
          <ac:chgData name="최인호" userId="b4efcb7a-706e-4704-a9c1-aa210034272e" providerId="ADAL" clId="{9BDDE7DB-8B59-4016-95BD-7367634F3211}" dt="2026-09-21T21:25:54.154" v="15853" actId="21"/>
          <ac:spMkLst>
            <pc:docMk/>
            <pc:sldMk cId="279020305" sldId="2147482942"/>
            <ac:spMk id="23" creationId="{A1FCA9FB-025B-4A46-2232-DF2D2EDC9E61}"/>
          </ac:spMkLst>
        </pc:spChg>
        <pc:spChg chg="add mod">
          <ac:chgData name="최인호" userId="b4efcb7a-706e-4704-a9c1-aa210034272e" providerId="ADAL" clId="{9BDDE7DB-8B59-4016-95BD-7367634F3211}" dt="2026-09-21T21:27:51.962" v="15977" actId="20577"/>
          <ac:spMkLst>
            <pc:docMk/>
            <pc:sldMk cId="279020305" sldId="2147482942"/>
            <ac:spMk id="25" creationId="{D446AEED-12DA-2340-0EB4-E08D9E978C1E}"/>
          </ac:spMkLst>
        </pc:spChg>
        <pc:spChg chg="add mod">
          <ac:chgData name="최인호" userId="b4efcb7a-706e-4704-a9c1-aa210034272e" providerId="ADAL" clId="{9BDDE7DB-8B59-4016-95BD-7367634F3211}" dt="2026-09-21T21:26:22.683" v="15922" actId="1076"/>
          <ac:spMkLst>
            <pc:docMk/>
            <pc:sldMk cId="279020305" sldId="2147482942"/>
            <ac:spMk id="26" creationId="{7F6292E3-3307-E819-1A32-620FC9EFA121}"/>
          </ac:spMkLst>
        </pc:spChg>
        <pc:grpChg chg="del">
          <ac:chgData name="최인호" userId="b4efcb7a-706e-4704-a9c1-aa210034272e" providerId="ADAL" clId="{9BDDE7DB-8B59-4016-95BD-7367634F3211}" dt="2026-09-21T21:25:50.093" v="15849" actId="478"/>
          <ac:grpSpMkLst>
            <pc:docMk/>
            <pc:sldMk cId="279020305" sldId="2147482942"/>
            <ac:grpSpMk id="14" creationId="{E1472812-AB22-A428-B3C9-2D67D02A8CF0}"/>
          </ac:grpSpMkLst>
        </pc:grpChg>
        <pc:picChg chg="mod">
          <ac:chgData name="최인호" userId="b4efcb7a-706e-4704-a9c1-aa210034272e" providerId="ADAL" clId="{9BDDE7DB-8B59-4016-95BD-7367634F3211}" dt="2026-09-21T21:36:34.499" v="16685" actId="14100"/>
          <ac:picMkLst>
            <pc:docMk/>
            <pc:sldMk cId="279020305" sldId="2147482942"/>
            <ac:picMk id="13" creationId="{4E0DCF8C-B7CE-F34F-865E-E0ADD8FD866E}"/>
          </ac:picMkLst>
        </pc:picChg>
        <pc:picChg chg="add del mod">
          <ac:chgData name="최인호" userId="b4efcb7a-706e-4704-a9c1-aa210034272e" providerId="ADAL" clId="{9BDDE7DB-8B59-4016-95BD-7367634F3211}" dt="2026-09-21T21:25:49.144" v="15848" actId="21"/>
          <ac:picMkLst>
            <pc:docMk/>
            <pc:sldMk cId="279020305" sldId="2147482942"/>
            <ac:picMk id="18" creationId="{F42CAD64-A83F-1D36-7345-74DCFE8392E6}"/>
          </ac:picMkLst>
        </pc:picChg>
        <pc:picChg chg="add mod">
          <ac:chgData name="최인호" userId="b4efcb7a-706e-4704-a9c1-aa210034272e" providerId="ADAL" clId="{9BDDE7DB-8B59-4016-95BD-7367634F3211}" dt="2026-09-21T21:26:22.683" v="15922" actId="1076"/>
          <ac:picMkLst>
            <pc:docMk/>
            <pc:sldMk cId="279020305" sldId="2147482942"/>
            <ac:picMk id="21" creationId="{26728B69-7468-321C-F762-5CDD450BDECF}"/>
          </ac:picMkLst>
        </pc:picChg>
        <pc:picChg chg="add mod">
          <ac:chgData name="최인호" userId="b4efcb7a-706e-4704-a9c1-aa210034272e" providerId="ADAL" clId="{9BDDE7DB-8B59-4016-95BD-7367634F3211}" dt="2026-09-21T21:27:44.677" v="15937" actId="208"/>
          <ac:picMkLst>
            <pc:docMk/>
            <pc:sldMk cId="279020305" sldId="2147482942"/>
            <ac:picMk id="28" creationId="{09649268-E137-9296-BC2F-996F6A647224}"/>
          </ac:picMkLst>
        </pc:picChg>
      </pc:sldChg>
      <pc:sldChg chg="addSp delSp modSp mod">
        <pc:chgData name="최인호" userId="b4efcb7a-706e-4704-a9c1-aa210034272e" providerId="ADAL" clId="{9BDDE7DB-8B59-4016-95BD-7367634F3211}" dt="2026-09-21T21:48:17.811" v="17725" actId="21"/>
        <pc:sldMkLst>
          <pc:docMk/>
          <pc:sldMk cId="2227690641" sldId="2147482943"/>
        </pc:sldMkLst>
        <pc:spChg chg="mod">
          <ac:chgData name="최인호" userId="b4efcb7a-706e-4704-a9c1-aa210034272e" providerId="ADAL" clId="{9BDDE7DB-8B59-4016-95BD-7367634F3211}" dt="2026-09-21T21:48:17.811" v="17725" actId="21"/>
          <ac:spMkLst>
            <pc:docMk/>
            <pc:sldMk cId="2227690641" sldId="2147482943"/>
            <ac:spMk id="3" creationId="{72F8DAAA-A95B-F9D9-6186-450481F1E313}"/>
          </ac:spMkLst>
        </pc:spChg>
        <pc:spChg chg="mod">
          <ac:chgData name="최인호" userId="b4efcb7a-706e-4704-a9c1-aa210034272e" providerId="ADAL" clId="{9BDDE7DB-8B59-4016-95BD-7367634F3211}" dt="2026-09-21T21:39:06.740" v="17038" actId="20577"/>
          <ac:spMkLst>
            <pc:docMk/>
            <pc:sldMk cId="2227690641" sldId="2147482943"/>
            <ac:spMk id="11" creationId="{2F1D0F2E-B150-5A12-4DB5-898EF273C47B}"/>
          </ac:spMkLst>
        </pc:spChg>
        <pc:spChg chg="del">
          <ac:chgData name="최인호" userId="b4efcb7a-706e-4704-a9c1-aa210034272e" providerId="ADAL" clId="{9BDDE7DB-8B59-4016-95BD-7367634F3211}" dt="2026-09-21T21:38:26.831" v="16951" actId="21"/>
          <ac:spMkLst>
            <pc:docMk/>
            <pc:sldMk cId="2227690641" sldId="2147482943"/>
            <ac:spMk id="12" creationId="{EC0F8586-4171-8FFB-74A5-AF6A299DE081}"/>
          </ac:spMkLst>
        </pc:spChg>
        <pc:spChg chg="add">
          <ac:chgData name="최인호" userId="b4efcb7a-706e-4704-a9c1-aa210034272e" providerId="ADAL" clId="{9BDDE7DB-8B59-4016-95BD-7367634F3211}" dt="2026-08-30T06:39:15.547" v="987" actId="22"/>
          <ac:spMkLst>
            <pc:docMk/>
            <pc:sldMk cId="2227690641" sldId="2147482943"/>
            <ac:spMk id="14" creationId="{8941D244-D71C-1D00-94F3-1638369BC888}"/>
          </ac:spMkLst>
        </pc:spChg>
        <pc:spChg chg="mod">
          <ac:chgData name="최인호" userId="b4efcb7a-706e-4704-a9c1-aa210034272e" providerId="ADAL" clId="{9BDDE7DB-8B59-4016-95BD-7367634F3211}" dt="2026-09-21T21:39:29.214" v="17045" actId="20577"/>
          <ac:spMkLst>
            <pc:docMk/>
            <pc:sldMk cId="2227690641" sldId="2147482943"/>
            <ac:spMk id="17" creationId="{CA561365-F894-6322-0586-EC0671D520E2}"/>
          </ac:spMkLst>
        </pc:spChg>
        <pc:picChg chg="del">
          <ac:chgData name="최인호" userId="b4efcb7a-706e-4704-a9c1-aa210034272e" providerId="ADAL" clId="{9BDDE7DB-8B59-4016-95BD-7367634F3211}" dt="2026-09-21T21:34:23.772" v="16226" actId="21"/>
          <ac:picMkLst>
            <pc:docMk/>
            <pc:sldMk cId="2227690641" sldId="2147482943"/>
            <ac:picMk id="4" creationId="{D63FDB1D-30F4-FB5C-6249-E083D082C6DB}"/>
          </ac:picMkLst>
        </pc:picChg>
        <pc:picChg chg="del">
          <ac:chgData name="최인호" userId="b4efcb7a-706e-4704-a9c1-aa210034272e" providerId="ADAL" clId="{9BDDE7DB-8B59-4016-95BD-7367634F3211}" dt="2026-09-21T21:34:22.855" v="16225" actId="21"/>
          <ac:picMkLst>
            <pc:docMk/>
            <pc:sldMk cId="2227690641" sldId="2147482943"/>
            <ac:picMk id="5" creationId="{B0F5582C-5700-2703-A612-B89FCD4499AE}"/>
          </ac:picMkLst>
        </pc:picChg>
        <pc:picChg chg="del">
          <ac:chgData name="최인호" userId="b4efcb7a-706e-4704-a9c1-aa210034272e" providerId="ADAL" clId="{9BDDE7DB-8B59-4016-95BD-7367634F3211}" dt="2026-09-21T21:34:26.991" v="16229" actId="21"/>
          <ac:picMkLst>
            <pc:docMk/>
            <pc:sldMk cId="2227690641" sldId="2147482943"/>
            <ac:picMk id="6" creationId="{D8458EA0-548D-1B17-7810-38B06E8BA212}"/>
          </ac:picMkLst>
        </pc:picChg>
        <pc:picChg chg="mod">
          <ac:chgData name="최인호" userId="b4efcb7a-706e-4704-a9c1-aa210034272e" providerId="ADAL" clId="{9BDDE7DB-8B59-4016-95BD-7367634F3211}" dt="2026-09-21T21:34:45.727" v="16234" actId="1076"/>
          <ac:picMkLst>
            <pc:docMk/>
            <pc:sldMk cId="2227690641" sldId="2147482943"/>
            <ac:picMk id="8" creationId="{31F00F08-969B-989F-943B-B873E88C7CE2}"/>
          </ac:picMkLst>
        </pc:picChg>
        <pc:picChg chg="mod">
          <ac:chgData name="최인호" userId="b4efcb7a-706e-4704-a9c1-aa210034272e" providerId="ADAL" clId="{9BDDE7DB-8B59-4016-95BD-7367634F3211}" dt="2026-09-21T21:38:53.384" v="16992" actId="1076"/>
          <ac:picMkLst>
            <pc:docMk/>
            <pc:sldMk cId="2227690641" sldId="2147482943"/>
            <ac:picMk id="9" creationId="{E83E17DA-6F89-6AAF-2059-1CBDC1AB34FF}"/>
          </ac:picMkLst>
        </pc:picChg>
        <pc:picChg chg="del">
          <ac:chgData name="최인호" userId="b4efcb7a-706e-4704-a9c1-aa210034272e" providerId="ADAL" clId="{9BDDE7DB-8B59-4016-95BD-7367634F3211}" dt="2026-09-21T21:38:26.831" v="16951" actId="21"/>
          <ac:picMkLst>
            <pc:docMk/>
            <pc:sldMk cId="2227690641" sldId="2147482943"/>
            <ac:picMk id="10" creationId="{BC2ACA8D-7FA8-EFF9-ABE6-A5D70DEE45A6}"/>
          </ac:picMkLst>
        </pc:picChg>
        <pc:picChg chg="add mod">
          <ac:chgData name="최인호" userId="b4efcb7a-706e-4704-a9c1-aa210034272e" providerId="ADAL" clId="{9BDDE7DB-8B59-4016-95BD-7367634F3211}" dt="2026-09-21T21:34:26.198" v="16228" actId="14100"/>
          <ac:picMkLst>
            <pc:docMk/>
            <pc:sldMk cId="2227690641" sldId="2147482943"/>
            <ac:picMk id="15" creationId="{08AB6A2E-0F53-D893-1555-BD56EEA641D9}"/>
          </ac:picMkLst>
        </pc:picChg>
        <pc:picChg chg="mod">
          <ac:chgData name="최인호" userId="b4efcb7a-706e-4704-a9c1-aa210034272e" providerId="ADAL" clId="{9BDDE7DB-8B59-4016-95BD-7367634F3211}" dt="2026-09-21T21:39:20.805" v="17042" actId="14100"/>
          <ac:picMkLst>
            <pc:docMk/>
            <pc:sldMk cId="2227690641" sldId="2147482943"/>
            <ac:picMk id="16" creationId="{68FAAB41-6A72-D038-818E-1469CAF28476}"/>
          </ac:picMkLst>
        </pc:picChg>
        <pc:picChg chg="add mod">
          <ac:chgData name="최인호" userId="b4efcb7a-706e-4704-a9c1-aa210034272e" providerId="ADAL" clId="{9BDDE7DB-8B59-4016-95BD-7367634F3211}" dt="2026-09-21T21:34:29.043" v="16231" actId="1076"/>
          <ac:picMkLst>
            <pc:docMk/>
            <pc:sldMk cId="2227690641" sldId="2147482943"/>
            <ac:picMk id="19" creationId="{2BA8C9D0-7581-19C4-2984-133B7B3D6208}"/>
          </ac:picMkLst>
        </pc:picChg>
      </pc:sldChg>
      <pc:sldChg chg="addSp delSp modSp mod">
        <pc:chgData name="최인호" userId="b4efcb7a-706e-4704-a9c1-aa210034272e" providerId="ADAL" clId="{9BDDE7DB-8B59-4016-95BD-7367634F3211}" dt="2026-09-21T22:22:33.327" v="18645" actId="20577"/>
        <pc:sldMkLst>
          <pc:docMk/>
          <pc:sldMk cId="645573470" sldId="2147482944"/>
        </pc:sldMkLst>
        <pc:spChg chg="mod">
          <ac:chgData name="최인호" userId="b4efcb7a-706e-4704-a9c1-aa210034272e" providerId="ADAL" clId="{9BDDE7DB-8B59-4016-95BD-7367634F3211}" dt="2026-09-21T22:22:33.327" v="18645" actId="20577"/>
          <ac:spMkLst>
            <pc:docMk/>
            <pc:sldMk cId="645573470" sldId="2147482944"/>
            <ac:spMk id="3" creationId="{252653A3-3B39-8258-F43F-99A3BE66B8DF}"/>
          </ac:spMkLst>
        </pc:spChg>
        <pc:spChg chg="del">
          <ac:chgData name="최인호" userId="b4efcb7a-706e-4704-a9c1-aa210034272e" providerId="ADAL" clId="{9BDDE7DB-8B59-4016-95BD-7367634F3211}" dt="2026-09-21T21:51:19.878" v="17881" actId="21"/>
          <ac:spMkLst>
            <pc:docMk/>
            <pc:sldMk cId="645573470" sldId="2147482944"/>
            <ac:spMk id="5" creationId="{627190BE-8418-AEEF-10F7-F6A78BD79523}"/>
          </ac:spMkLst>
        </pc:spChg>
        <pc:spChg chg="add mod">
          <ac:chgData name="최인호" userId="b4efcb7a-706e-4704-a9c1-aa210034272e" providerId="ADAL" clId="{9BDDE7DB-8B59-4016-95BD-7367634F3211}" dt="2026-09-21T22:06:08.972" v="18494"/>
          <ac:spMkLst>
            <pc:docMk/>
            <pc:sldMk cId="645573470" sldId="2147482944"/>
            <ac:spMk id="8" creationId="{D1105223-BA5A-94DF-E1EB-7702B8ADD766}"/>
          </ac:spMkLst>
        </pc:spChg>
        <pc:spChg chg="mod">
          <ac:chgData name="최인호" userId="b4efcb7a-706e-4704-a9c1-aa210034272e" providerId="ADAL" clId="{9BDDE7DB-8B59-4016-95BD-7367634F3211}" dt="2026-09-21T21:58:38.987" v="18386" actId="6549"/>
          <ac:spMkLst>
            <pc:docMk/>
            <pc:sldMk cId="645573470" sldId="2147482944"/>
            <ac:spMk id="11" creationId="{2AF3787F-BCDD-7D53-D551-9FD7CCA4D339}"/>
          </ac:spMkLst>
        </pc:spChg>
        <pc:picChg chg="del">
          <ac:chgData name="최인호" userId="b4efcb7a-706e-4704-a9c1-aa210034272e" providerId="ADAL" clId="{9BDDE7DB-8B59-4016-95BD-7367634F3211}" dt="2026-09-21T21:51:19.878" v="17881" actId="21"/>
          <ac:picMkLst>
            <pc:docMk/>
            <pc:sldMk cId="645573470" sldId="2147482944"/>
            <ac:picMk id="7" creationId="{B762FA35-5A5F-1A57-5CCA-D513D201D5ED}"/>
          </ac:picMkLst>
        </pc:picChg>
        <pc:picChg chg="mod">
          <ac:chgData name="최인호" userId="b4efcb7a-706e-4704-a9c1-aa210034272e" providerId="ADAL" clId="{9BDDE7DB-8B59-4016-95BD-7367634F3211}" dt="2026-09-21T21:58:45.015" v="18388" actId="1076"/>
          <ac:picMkLst>
            <pc:docMk/>
            <pc:sldMk cId="645573470" sldId="2147482944"/>
            <ac:picMk id="9" creationId="{AB5C276B-E5A9-5787-A347-ED4725CBED42}"/>
          </ac:picMkLst>
        </pc:picChg>
      </pc:sldChg>
      <pc:sldChg chg="addSp delSp mod">
        <pc:chgData name="최인호" userId="b4efcb7a-706e-4704-a9c1-aa210034272e" providerId="ADAL" clId="{9BDDE7DB-8B59-4016-95BD-7367634F3211}" dt="2026-08-30T06:39:42.829" v="1045" actId="22"/>
        <pc:sldMkLst>
          <pc:docMk/>
          <pc:sldMk cId="59993261" sldId="2147482945"/>
        </pc:sldMkLst>
      </pc:sldChg>
      <pc:sldChg chg="addSp modSp new del mod">
        <pc:chgData name="최인호" userId="b4efcb7a-706e-4704-a9c1-aa210034272e" providerId="ADAL" clId="{9BDDE7DB-8B59-4016-95BD-7367634F3211}" dt="2026-09-21T20:04:51.675" v="8703" actId="2696"/>
        <pc:sldMkLst>
          <pc:docMk/>
          <pc:sldMk cId="2570099825" sldId="2147482946"/>
        </pc:sldMkLst>
      </pc:sldChg>
      <pc:sldChg chg="del">
        <pc:chgData name="최인호" userId="b4efcb7a-706e-4704-a9c1-aa210034272e" providerId="ADAL" clId="{9BDDE7DB-8B59-4016-95BD-7367634F3211}" dt="2026-09-21T20:38:28.292" v="12171" actId="2696"/>
        <pc:sldMkLst>
          <pc:docMk/>
          <pc:sldMk cId="700741028" sldId="2147482947"/>
        </pc:sldMkLst>
      </pc:sldChg>
      <pc:sldChg chg="add del">
        <pc:chgData name="최인호" userId="b4efcb7a-706e-4704-a9c1-aa210034272e" providerId="ADAL" clId="{9BDDE7DB-8B59-4016-95BD-7367634F3211}" dt="2026-09-21T20:38:51.642" v="12174" actId="2696"/>
        <pc:sldMkLst>
          <pc:docMk/>
          <pc:sldMk cId="3566530050" sldId="2147482947"/>
        </pc:sldMkLst>
      </pc:sldChg>
      <pc:sldChg chg="addSp delSp modSp add mod">
        <pc:chgData name="최인호" userId="b4efcb7a-706e-4704-a9c1-aa210034272e" providerId="ADAL" clId="{9BDDE7DB-8B59-4016-95BD-7367634F3211}" dt="2026-09-21T19:10:25.966" v="3913"/>
        <pc:sldMkLst>
          <pc:docMk/>
          <pc:sldMk cId="2972705770" sldId="2147482948"/>
        </pc:sldMkLst>
        <pc:spChg chg="mod">
          <ac:chgData name="최인호" userId="b4efcb7a-706e-4704-a9c1-aa210034272e" providerId="ADAL" clId="{9BDDE7DB-8B59-4016-95BD-7367634F3211}" dt="2026-09-21T19:10:25.966" v="3913"/>
          <ac:spMkLst>
            <pc:docMk/>
            <pc:sldMk cId="2972705770" sldId="2147482948"/>
            <ac:spMk id="2" creationId="{040B9979-767E-A42F-4672-102E1CEC16FB}"/>
          </ac:spMkLst>
        </pc:spChg>
        <pc:spChg chg="mod">
          <ac:chgData name="최인호" userId="b4efcb7a-706e-4704-a9c1-aa210034272e" providerId="ADAL" clId="{9BDDE7DB-8B59-4016-95BD-7367634F3211}" dt="2026-09-21T19:08:53.017" v="3837" actId="20577"/>
          <ac:spMkLst>
            <pc:docMk/>
            <pc:sldMk cId="2972705770" sldId="2147482948"/>
            <ac:spMk id="3" creationId="{3F5C77E1-60B6-3FA9-1F34-5974FD95E5DC}"/>
          </ac:spMkLst>
        </pc:spChg>
        <pc:spChg chg="del">
          <ac:chgData name="최인호" userId="b4efcb7a-706e-4704-a9c1-aa210034272e" providerId="ADAL" clId="{9BDDE7DB-8B59-4016-95BD-7367634F3211}" dt="2026-09-21T19:07:41.240" v="3744" actId="21"/>
          <ac:spMkLst>
            <pc:docMk/>
            <pc:sldMk cId="2972705770" sldId="2147482948"/>
            <ac:spMk id="15" creationId="{70AC79A9-192F-4754-C5DD-8F96978A9E58}"/>
          </ac:spMkLst>
        </pc:spChg>
        <pc:spChg chg="del">
          <ac:chgData name="최인호" userId="b4efcb7a-706e-4704-a9c1-aa210034272e" providerId="ADAL" clId="{9BDDE7DB-8B59-4016-95BD-7367634F3211}" dt="2026-09-21T19:07:41.240" v="3744" actId="21"/>
          <ac:spMkLst>
            <pc:docMk/>
            <pc:sldMk cId="2972705770" sldId="2147482948"/>
            <ac:spMk id="17" creationId="{4B6B94B0-8346-7EBA-5297-29E578EFC4B8}"/>
          </ac:spMkLst>
        </pc:spChg>
        <pc:picChg chg="add mod">
          <ac:chgData name="최인호" userId="b4efcb7a-706e-4704-a9c1-aa210034272e" providerId="ADAL" clId="{9BDDE7DB-8B59-4016-95BD-7367634F3211}" dt="2026-09-21T19:10:02.351" v="3867" actId="1076"/>
          <ac:picMkLst>
            <pc:docMk/>
            <pc:sldMk cId="2972705770" sldId="2147482948"/>
            <ac:picMk id="7" creationId="{9FD56ACD-F24B-17C4-AA32-6CDB7F354F12}"/>
          </ac:picMkLst>
        </pc:picChg>
        <pc:picChg chg="del">
          <ac:chgData name="최인호" userId="b4efcb7a-706e-4704-a9c1-aa210034272e" providerId="ADAL" clId="{9BDDE7DB-8B59-4016-95BD-7367634F3211}" dt="2026-09-21T19:07:41.240" v="3744" actId="21"/>
          <ac:picMkLst>
            <pc:docMk/>
            <pc:sldMk cId="2972705770" sldId="2147482948"/>
            <ac:picMk id="8" creationId="{3938AE98-0121-E821-42AE-ED11F6A1B2E0}"/>
          </ac:picMkLst>
        </pc:picChg>
        <pc:picChg chg="del mod">
          <ac:chgData name="최인호" userId="b4efcb7a-706e-4704-a9c1-aa210034272e" providerId="ADAL" clId="{9BDDE7DB-8B59-4016-95BD-7367634F3211}" dt="2026-09-21T19:09:12.240" v="3839" actId="21"/>
          <ac:picMkLst>
            <pc:docMk/>
            <pc:sldMk cId="2972705770" sldId="2147482948"/>
            <ac:picMk id="12" creationId="{B9C1C80A-E12F-51CF-1D36-85E7673B125B}"/>
          </ac:picMkLst>
        </pc:picChg>
        <pc:cxnChg chg="del">
          <ac:chgData name="최인호" userId="b4efcb7a-706e-4704-a9c1-aa210034272e" providerId="ADAL" clId="{9BDDE7DB-8B59-4016-95BD-7367634F3211}" dt="2026-09-21T19:07:41.240" v="3744" actId="21"/>
          <ac:cxnSpMkLst>
            <pc:docMk/>
            <pc:sldMk cId="2972705770" sldId="2147482948"/>
            <ac:cxnSpMk id="14" creationId="{E271C926-5570-1823-D5D7-6A6552092C77}"/>
          </ac:cxnSpMkLst>
        </pc:cxnChg>
      </pc:sldChg>
      <pc:sldChg chg="addSp delSp modSp add mod">
        <pc:chgData name="최인호" userId="b4efcb7a-706e-4704-a9c1-aa210034272e" providerId="ADAL" clId="{9BDDE7DB-8B59-4016-95BD-7367634F3211}" dt="2026-09-21T21:28:47.127" v="16117" actId="14100"/>
        <pc:sldMkLst>
          <pc:docMk/>
          <pc:sldMk cId="2202530806" sldId="2147482949"/>
        </pc:sldMkLst>
        <pc:spChg chg="mod">
          <ac:chgData name="최인호" userId="b4efcb7a-706e-4704-a9c1-aa210034272e" providerId="ADAL" clId="{9BDDE7DB-8B59-4016-95BD-7367634F3211}" dt="2026-09-21T19:29:32.040" v="5325" actId="20577"/>
          <ac:spMkLst>
            <pc:docMk/>
            <pc:sldMk cId="2202530806" sldId="2147482949"/>
            <ac:spMk id="2" creationId="{F74EBBE7-3E48-B43F-141A-C2277C46423C}"/>
          </ac:spMkLst>
        </pc:spChg>
        <pc:spChg chg="mod">
          <ac:chgData name="최인호" userId="b4efcb7a-706e-4704-a9c1-aa210034272e" providerId="ADAL" clId="{9BDDE7DB-8B59-4016-95BD-7367634F3211}" dt="2026-09-21T19:32:17.422" v="5957" actId="20577"/>
          <ac:spMkLst>
            <pc:docMk/>
            <pc:sldMk cId="2202530806" sldId="2147482949"/>
            <ac:spMk id="3" creationId="{3F5D30E9-0CBC-B402-8645-93F356DA68C0}"/>
          </ac:spMkLst>
        </pc:spChg>
        <pc:spChg chg="del">
          <ac:chgData name="최인호" userId="b4efcb7a-706e-4704-a9c1-aa210034272e" providerId="ADAL" clId="{9BDDE7DB-8B59-4016-95BD-7367634F3211}" dt="2026-09-21T19:24:32.354" v="4683" actId="21"/>
          <ac:spMkLst>
            <pc:docMk/>
            <pc:sldMk cId="2202530806" sldId="2147482949"/>
            <ac:spMk id="4" creationId="{626A9C58-11D1-E5E4-CE15-E8EAA792EEEA}"/>
          </ac:spMkLst>
        </pc:spChg>
        <pc:spChg chg="del">
          <ac:chgData name="최인호" userId="b4efcb7a-706e-4704-a9c1-aa210034272e" providerId="ADAL" clId="{9BDDE7DB-8B59-4016-95BD-7367634F3211}" dt="2026-09-21T19:24:31.490" v="4682" actId="21"/>
          <ac:spMkLst>
            <pc:docMk/>
            <pc:sldMk cId="2202530806" sldId="2147482949"/>
            <ac:spMk id="7" creationId="{5B19F89D-4114-A37B-D7B3-07C0D64AFF1A}"/>
          </ac:spMkLst>
        </pc:spChg>
        <pc:spChg chg="mod">
          <ac:chgData name="최인호" userId="b4efcb7a-706e-4704-a9c1-aa210034272e" providerId="ADAL" clId="{9BDDE7DB-8B59-4016-95BD-7367634F3211}" dt="2026-09-21T21:28:47.127" v="16117" actId="14100"/>
          <ac:spMkLst>
            <pc:docMk/>
            <pc:sldMk cId="2202530806" sldId="2147482949"/>
            <ac:spMk id="9" creationId="{F897138A-732F-956D-22C3-E653B1BB3427}"/>
          </ac:spMkLst>
        </pc:spChg>
        <pc:spChg chg="del">
          <ac:chgData name="최인호" userId="b4efcb7a-706e-4704-a9c1-aa210034272e" providerId="ADAL" clId="{9BDDE7DB-8B59-4016-95BD-7367634F3211}" dt="2026-09-21T19:24:33.234" v="4684" actId="21"/>
          <ac:spMkLst>
            <pc:docMk/>
            <pc:sldMk cId="2202530806" sldId="2147482949"/>
            <ac:spMk id="13" creationId="{0F36C237-E68C-1FB3-3FAC-0F7885E3D6A1}"/>
          </ac:spMkLst>
        </pc:spChg>
        <pc:picChg chg="mod">
          <ac:chgData name="최인호" userId="b4efcb7a-706e-4704-a9c1-aa210034272e" providerId="ADAL" clId="{9BDDE7DB-8B59-4016-95BD-7367634F3211}" dt="2026-09-21T21:28:45.244" v="16116" actId="1076"/>
          <ac:picMkLst>
            <pc:docMk/>
            <pc:sldMk cId="2202530806" sldId="2147482949"/>
            <ac:picMk id="8" creationId="{4F7F76EF-FB01-33C7-74E3-E3AF91998865}"/>
          </ac:picMkLst>
        </pc:picChg>
        <pc:picChg chg="add del mod">
          <ac:chgData name="최인호" userId="b4efcb7a-706e-4704-a9c1-aa210034272e" providerId="ADAL" clId="{9BDDE7DB-8B59-4016-95BD-7367634F3211}" dt="2026-09-21T19:31:11.208" v="5728" actId="21"/>
          <ac:picMkLst>
            <pc:docMk/>
            <pc:sldMk cId="2202530806" sldId="2147482949"/>
            <ac:picMk id="11" creationId="{00A433EB-4969-BC06-5C67-1B85F6E2C878}"/>
          </ac:picMkLst>
        </pc:picChg>
        <pc:picChg chg="del">
          <ac:chgData name="최인호" userId="b4efcb7a-706e-4704-a9c1-aa210034272e" providerId="ADAL" clId="{9BDDE7DB-8B59-4016-95BD-7367634F3211}" dt="2026-09-21T19:24:31.490" v="4682" actId="21"/>
          <ac:picMkLst>
            <pc:docMk/>
            <pc:sldMk cId="2202530806" sldId="2147482949"/>
            <ac:picMk id="12" creationId="{28C38B2C-17FD-2322-5236-6A8DC4FF5A13}"/>
          </ac:picMkLst>
        </pc:picChg>
        <pc:picChg chg="add mod">
          <ac:chgData name="최인호" userId="b4efcb7a-706e-4704-a9c1-aa210034272e" providerId="ADAL" clId="{9BDDE7DB-8B59-4016-95BD-7367634F3211}" dt="2026-09-21T19:32:00.344" v="5863" actId="1076"/>
          <ac:picMkLst>
            <pc:docMk/>
            <pc:sldMk cId="2202530806" sldId="2147482949"/>
            <ac:picMk id="15" creationId="{8C76AF30-48B3-4B90-9BE4-1F1E90AE1353}"/>
          </ac:picMkLst>
        </pc:picChg>
      </pc:sldChg>
      <pc:sldChg chg="addSp modSp add mod ord">
        <pc:chgData name="최인호" userId="b4efcb7a-706e-4704-a9c1-aa210034272e" providerId="ADAL" clId="{9BDDE7DB-8B59-4016-95BD-7367634F3211}" dt="2026-09-21T21:28:34.243" v="16103" actId="20577"/>
        <pc:sldMkLst>
          <pc:docMk/>
          <pc:sldMk cId="2910968683" sldId="2147482950"/>
        </pc:sldMkLst>
        <pc:spChg chg="mod">
          <ac:chgData name="최인호" userId="b4efcb7a-706e-4704-a9c1-aa210034272e" providerId="ADAL" clId="{9BDDE7DB-8B59-4016-95BD-7367634F3211}" dt="2026-09-21T19:29:20.964" v="5298" actId="20577"/>
          <ac:spMkLst>
            <pc:docMk/>
            <pc:sldMk cId="2910968683" sldId="2147482950"/>
            <ac:spMk id="2" creationId="{7160FDF7-FD0E-2A1A-045E-CBCE18DABCF1}"/>
          </ac:spMkLst>
        </pc:spChg>
        <pc:spChg chg="mod">
          <ac:chgData name="최인호" userId="b4efcb7a-706e-4704-a9c1-aa210034272e" providerId="ADAL" clId="{9BDDE7DB-8B59-4016-95BD-7367634F3211}" dt="2026-09-21T19:29:38.079" v="5328" actId="20577"/>
          <ac:spMkLst>
            <pc:docMk/>
            <pc:sldMk cId="2910968683" sldId="2147482950"/>
            <ac:spMk id="3" creationId="{BE14C670-8A72-EDB4-7588-96F0E86A75D9}"/>
          </ac:spMkLst>
        </pc:spChg>
        <pc:spChg chg="mod">
          <ac:chgData name="최인호" userId="b4efcb7a-706e-4704-a9c1-aa210034272e" providerId="ADAL" clId="{9BDDE7DB-8B59-4016-95BD-7367634F3211}" dt="2026-09-21T21:28:34.243" v="16103" actId="20577"/>
          <ac:spMkLst>
            <pc:docMk/>
            <pc:sldMk cId="2910968683" sldId="2147482950"/>
            <ac:spMk id="9" creationId="{FE221AFB-EA1A-2D17-3A0B-6F895BF54F82}"/>
          </ac:spMkLst>
        </pc:spChg>
        <pc:picChg chg="add mod">
          <ac:chgData name="최인호" userId="b4efcb7a-706e-4704-a9c1-aa210034272e" providerId="ADAL" clId="{9BDDE7DB-8B59-4016-95BD-7367634F3211}" dt="2026-09-21T19:29:08.991" v="5293" actId="1076"/>
          <ac:picMkLst>
            <pc:docMk/>
            <pc:sldMk cId="2910968683" sldId="2147482950"/>
            <ac:picMk id="6" creationId="{4FB6477A-A3A0-A331-DA46-8FC686F53F24}"/>
          </ac:picMkLst>
        </pc:picChg>
        <pc:picChg chg="mod">
          <ac:chgData name="최인호" userId="b4efcb7a-706e-4704-a9c1-aa210034272e" providerId="ADAL" clId="{9BDDE7DB-8B59-4016-95BD-7367634F3211}" dt="2026-09-21T19:29:09.636" v="5294" actId="1076"/>
          <ac:picMkLst>
            <pc:docMk/>
            <pc:sldMk cId="2910968683" sldId="2147482950"/>
            <ac:picMk id="11" creationId="{21CED676-97CE-89FF-945A-EEF9836C5679}"/>
          </ac:picMkLst>
        </pc:picChg>
      </pc:sldChg>
      <pc:sldChg chg="modSp add del mod">
        <pc:chgData name="최인호" userId="b4efcb7a-706e-4704-a9c1-aa210034272e" providerId="ADAL" clId="{9BDDE7DB-8B59-4016-95BD-7367634F3211}" dt="2026-09-21T19:34:18.706" v="6211" actId="2696"/>
        <pc:sldMkLst>
          <pc:docMk/>
          <pc:sldMk cId="1825814331" sldId="2147482951"/>
        </pc:sldMkLst>
        <pc:spChg chg="mod">
          <ac:chgData name="최인호" userId="b4efcb7a-706e-4704-a9c1-aa210034272e" providerId="ADAL" clId="{9BDDE7DB-8B59-4016-95BD-7367634F3211}" dt="2026-09-21T19:34:08.508" v="6210" actId="20577"/>
          <ac:spMkLst>
            <pc:docMk/>
            <pc:sldMk cId="1825814331" sldId="2147482951"/>
            <ac:spMk id="3" creationId="{D02485E7-B63F-6949-EC13-9B52022B5860}"/>
          </ac:spMkLst>
        </pc:spChg>
      </pc:sldChg>
      <pc:sldChg chg="addSp delSp modSp add mod">
        <pc:chgData name="최인호" userId="b4efcb7a-706e-4704-a9c1-aa210034272e" providerId="ADAL" clId="{9BDDE7DB-8B59-4016-95BD-7367634F3211}" dt="2026-09-21T19:53:44.300" v="8036" actId="20577"/>
        <pc:sldMkLst>
          <pc:docMk/>
          <pc:sldMk cId="3003119932" sldId="2147482951"/>
        </pc:sldMkLst>
        <pc:spChg chg="mod">
          <ac:chgData name="최인호" userId="b4efcb7a-706e-4704-a9c1-aa210034272e" providerId="ADAL" clId="{9BDDE7DB-8B59-4016-95BD-7367634F3211}" dt="2026-09-21T19:53:44.300" v="8036" actId="20577"/>
          <ac:spMkLst>
            <pc:docMk/>
            <pc:sldMk cId="3003119932" sldId="2147482951"/>
            <ac:spMk id="2" creationId="{4296FD7D-A8D0-2DA1-145D-4DE767A3C74F}"/>
          </ac:spMkLst>
        </pc:spChg>
        <pc:spChg chg="mod">
          <ac:chgData name="최인호" userId="b4efcb7a-706e-4704-a9c1-aa210034272e" providerId="ADAL" clId="{9BDDE7DB-8B59-4016-95BD-7367634F3211}" dt="2026-09-21T19:38:17.024" v="6931" actId="21"/>
          <ac:spMkLst>
            <pc:docMk/>
            <pc:sldMk cId="3003119932" sldId="2147482951"/>
            <ac:spMk id="3" creationId="{CD458A99-A970-439A-1A1E-BD97628F2E3B}"/>
          </ac:spMkLst>
        </pc:spChg>
        <pc:spChg chg="del">
          <ac:chgData name="최인호" userId="b4efcb7a-706e-4704-a9c1-aa210034272e" providerId="ADAL" clId="{9BDDE7DB-8B59-4016-95BD-7367634F3211}" dt="2026-09-21T19:38:57.211" v="6936" actId="21"/>
          <ac:spMkLst>
            <pc:docMk/>
            <pc:sldMk cId="3003119932" sldId="2147482951"/>
            <ac:spMk id="9" creationId="{39DC6D67-10F2-1F86-502C-0D5A0B9731BF}"/>
          </ac:spMkLst>
        </pc:spChg>
        <pc:spChg chg="add del">
          <ac:chgData name="최인호" userId="b4efcb7a-706e-4704-a9c1-aa210034272e" providerId="ADAL" clId="{9BDDE7DB-8B59-4016-95BD-7367634F3211}" dt="2026-09-21T19:39:40.205" v="6948" actId="11529"/>
          <ac:spMkLst>
            <pc:docMk/>
            <pc:sldMk cId="3003119932" sldId="2147482951"/>
            <ac:spMk id="12" creationId="{C416A208-734A-8F5D-CB7A-5B355EDE3AC7}"/>
          </ac:spMkLst>
        </pc:spChg>
        <pc:spChg chg="add mod">
          <ac:chgData name="최인호" userId="b4efcb7a-706e-4704-a9c1-aa210034272e" providerId="ADAL" clId="{9BDDE7DB-8B59-4016-95BD-7367634F3211}" dt="2026-09-21T19:39:45.479" v="6950" actId="1076"/>
          <ac:spMkLst>
            <pc:docMk/>
            <pc:sldMk cId="3003119932" sldId="2147482951"/>
            <ac:spMk id="14" creationId="{DD00912B-263F-4C14-EB7E-884C5A66A0CC}"/>
          </ac:spMkLst>
        </pc:spChg>
        <pc:spChg chg="add mod">
          <ac:chgData name="최인호" userId="b4efcb7a-706e-4704-a9c1-aa210034272e" providerId="ADAL" clId="{9BDDE7DB-8B59-4016-95BD-7367634F3211}" dt="2026-09-21T19:39:50.698" v="6953" actId="14100"/>
          <ac:spMkLst>
            <pc:docMk/>
            <pc:sldMk cId="3003119932" sldId="2147482951"/>
            <ac:spMk id="16" creationId="{AC8D9FB9-FA84-7116-6FB6-0BE25C5D20B0}"/>
          </ac:spMkLst>
        </pc:spChg>
        <pc:spChg chg="add mod">
          <ac:chgData name="최인호" userId="b4efcb7a-706e-4704-a9c1-aa210034272e" providerId="ADAL" clId="{9BDDE7DB-8B59-4016-95BD-7367634F3211}" dt="2026-09-21T19:40:05.764" v="7002" actId="1076"/>
          <ac:spMkLst>
            <pc:docMk/>
            <pc:sldMk cId="3003119932" sldId="2147482951"/>
            <ac:spMk id="18" creationId="{6671DC72-9427-2071-012C-C0102F0453C8}"/>
          </ac:spMkLst>
        </pc:spChg>
        <pc:spChg chg="add mod">
          <ac:chgData name="최인호" userId="b4efcb7a-706e-4704-a9c1-aa210034272e" providerId="ADAL" clId="{9BDDE7DB-8B59-4016-95BD-7367634F3211}" dt="2026-09-21T19:40:17.500" v="7076" actId="1076"/>
          <ac:spMkLst>
            <pc:docMk/>
            <pc:sldMk cId="3003119932" sldId="2147482951"/>
            <ac:spMk id="19" creationId="{BA39EE74-1D91-8498-CC8B-DFC750A55A68}"/>
          </ac:spMkLst>
        </pc:spChg>
        <pc:spChg chg="add mod">
          <ac:chgData name="최인호" userId="b4efcb7a-706e-4704-a9c1-aa210034272e" providerId="ADAL" clId="{9BDDE7DB-8B59-4016-95BD-7367634F3211}" dt="2026-09-21T19:42:44.635" v="7258" actId="1076"/>
          <ac:spMkLst>
            <pc:docMk/>
            <pc:sldMk cId="3003119932" sldId="2147482951"/>
            <ac:spMk id="24" creationId="{1AA0D898-2A35-FFF9-FE15-2B2AAA23C556}"/>
          </ac:spMkLst>
        </pc:spChg>
        <pc:spChg chg="add mod">
          <ac:chgData name="최인호" userId="b4efcb7a-706e-4704-a9c1-aa210034272e" providerId="ADAL" clId="{9BDDE7DB-8B59-4016-95BD-7367634F3211}" dt="2026-09-21T19:42:48.699" v="7260" actId="1076"/>
          <ac:spMkLst>
            <pc:docMk/>
            <pc:sldMk cId="3003119932" sldId="2147482951"/>
            <ac:spMk id="28" creationId="{3C8AAB2F-9DEE-BBA9-102C-FE2D40D9C20B}"/>
          </ac:spMkLst>
        </pc:spChg>
        <pc:spChg chg="add mod">
          <ac:chgData name="최인호" userId="b4efcb7a-706e-4704-a9c1-aa210034272e" providerId="ADAL" clId="{9BDDE7DB-8B59-4016-95BD-7367634F3211}" dt="2026-09-21T19:42:49.912" v="7261" actId="571"/>
          <ac:spMkLst>
            <pc:docMk/>
            <pc:sldMk cId="3003119932" sldId="2147482951"/>
            <ac:spMk id="29" creationId="{8F662E18-8D65-07C2-EA56-BBB4133B99D3}"/>
          </ac:spMkLst>
        </pc:spChg>
        <pc:picChg chg="add mod">
          <ac:chgData name="최인호" userId="b4efcb7a-706e-4704-a9c1-aa210034272e" providerId="ADAL" clId="{9BDDE7DB-8B59-4016-95BD-7367634F3211}" dt="2026-09-21T19:39:33.570" v="6946" actId="1076"/>
          <ac:picMkLst>
            <pc:docMk/>
            <pc:sldMk cId="3003119932" sldId="2147482951"/>
            <ac:picMk id="6" creationId="{EDB8656D-901C-7F99-B312-F07A8B0938EE}"/>
          </ac:picMkLst>
        </pc:picChg>
        <pc:picChg chg="del">
          <ac:chgData name="최인호" userId="b4efcb7a-706e-4704-a9c1-aa210034272e" providerId="ADAL" clId="{9BDDE7DB-8B59-4016-95BD-7367634F3211}" dt="2026-09-21T19:38:55.367" v="6935" actId="21"/>
          <ac:picMkLst>
            <pc:docMk/>
            <pc:sldMk cId="3003119932" sldId="2147482951"/>
            <ac:picMk id="8" creationId="{B9ED8F51-D511-EB37-34B4-5F719916F0E4}"/>
          </ac:picMkLst>
        </pc:picChg>
        <pc:picChg chg="add mod">
          <ac:chgData name="최인호" userId="b4efcb7a-706e-4704-a9c1-aa210034272e" providerId="ADAL" clId="{9BDDE7DB-8B59-4016-95BD-7367634F3211}" dt="2026-09-21T19:39:32.483" v="6945" actId="208"/>
          <ac:picMkLst>
            <pc:docMk/>
            <pc:sldMk cId="3003119932" sldId="2147482951"/>
            <ac:picMk id="11" creationId="{170D202F-4BF1-9D83-63E4-D7A4BFBCA4EC}"/>
          </ac:picMkLst>
        </pc:picChg>
        <pc:picChg chg="del">
          <ac:chgData name="최인호" userId="b4efcb7a-706e-4704-a9c1-aa210034272e" providerId="ADAL" clId="{9BDDE7DB-8B59-4016-95BD-7367634F3211}" dt="2026-09-21T19:38:18.850" v="6932" actId="21"/>
          <ac:picMkLst>
            <pc:docMk/>
            <pc:sldMk cId="3003119932" sldId="2147482951"/>
            <ac:picMk id="15" creationId="{84218BCF-B683-8760-1E0D-3101103CFDC4}"/>
          </ac:picMkLst>
        </pc:picChg>
        <pc:picChg chg="add mod">
          <ac:chgData name="최인호" userId="b4efcb7a-706e-4704-a9c1-aa210034272e" providerId="ADAL" clId="{9BDDE7DB-8B59-4016-95BD-7367634F3211}" dt="2026-09-21T19:42:44.635" v="7258" actId="1076"/>
          <ac:picMkLst>
            <pc:docMk/>
            <pc:sldMk cId="3003119932" sldId="2147482951"/>
            <ac:picMk id="21" creationId="{1A51AE0F-4194-B1EB-1E82-BF46E02D7BBB}"/>
          </ac:picMkLst>
        </pc:picChg>
        <pc:picChg chg="add del mod">
          <ac:chgData name="최인호" userId="b4efcb7a-706e-4704-a9c1-aa210034272e" providerId="ADAL" clId="{9BDDE7DB-8B59-4016-95BD-7367634F3211}" dt="2026-09-21T19:41:01.599" v="7085" actId="21"/>
          <ac:picMkLst>
            <pc:docMk/>
            <pc:sldMk cId="3003119932" sldId="2147482951"/>
            <ac:picMk id="23" creationId="{C75A18C0-28B1-CE3C-B74F-F28619B31DAF}"/>
          </ac:picMkLst>
        </pc:picChg>
        <pc:picChg chg="add mod">
          <ac:chgData name="최인호" userId="b4efcb7a-706e-4704-a9c1-aa210034272e" providerId="ADAL" clId="{9BDDE7DB-8B59-4016-95BD-7367634F3211}" dt="2026-09-21T19:42:44.635" v="7258" actId="1076"/>
          <ac:picMkLst>
            <pc:docMk/>
            <pc:sldMk cId="3003119932" sldId="2147482951"/>
            <ac:picMk id="26" creationId="{9A739945-C0B5-7964-AF24-F20BF7DE4249}"/>
          </ac:picMkLst>
        </pc:picChg>
      </pc:sldChg>
      <pc:sldChg chg="addSp delSp modSp add mod">
        <pc:chgData name="최인호" userId="b4efcb7a-706e-4704-a9c1-aa210034272e" providerId="ADAL" clId="{9BDDE7DB-8B59-4016-95BD-7367634F3211}" dt="2026-09-22T07:06:14.429" v="21277" actId="20577"/>
        <pc:sldMkLst>
          <pc:docMk/>
          <pc:sldMk cId="630252709" sldId="2147482952"/>
        </pc:sldMkLst>
        <pc:spChg chg="mod">
          <ac:chgData name="최인호" userId="b4efcb7a-706e-4704-a9c1-aa210034272e" providerId="ADAL" clId="{9BDDE7DB-8B59-4016-95BD-7367634F3211}" dt="2026-09-21T19:53:46.950" v="8039" actId="20577"/>
          <ac:spMkLst>
            <pc:docMk/>
            <pc:sldMk cId="630252709" sldId="2147482952"/>
            <ac:spMk id="2" creationId="{E5603980-6779-C45B-D273-F13642E977BE}"/>
          </ac:spMkLst>
        </pc:spChg>
        <pc:spChg chg="mod">
          <ac:chgData name="최인호" userId="b4efcb7a-706e-4704-a9c1-aa210034272e" providerId="ADAL" clId="{9BDDE7DB-8B59-4016-95BD-7367634F3211}" dt="2026-09-21T19:49:12.398" v="7847" actId="20577"/>
          <ac:spMkLst>
            <pc:docMk/>
            <pc:sldMk cId="630252709" sldId="2147482952"/>
            <ac:spMk id="3" creationId="{067AE48B-87B1-8948-1974-AC86495B4634}"/>
          </ac:spMkLst>
        </pc:spChg>
        <pc:spChg chg="mod">
          <ac:chgData name="최인호" userId="b4efcb7a-706e-4704-a9c1-aa210034272e" providerId="ADAL" clId="{9BDDE7DB-8B59-4016-95BD-7367634F3211}" dt="2026-09-21T19:47:07.837" v="7559" actId="1076"/>
          <ac:spMkLst>
            <pc:docMk/>
            <pc:sldMk cId="630252709" sldId="2147482952"/>
            <ac:spMk id="5" creationId="{F22AB96B-D0AB-EACA-F46C-5C9B2A698EC1}"/>
          </ac:spMkLst>
        </pc:spChg>
        <pc:spChg chg="add mod">
          <ac:chgData name="최인호" userId="b4efcb7a-706e-4704-a9c1-aa210034272e" providerId="ADAL" clId="{9BDDE7DB-8B59-4016-95BD-7367634F3211}" dt="2026-09-21T19:48:21.946" v="7806" actId="208"/>
          <ac:spMkLst>
            <pc:docMk/>
            <pc:sldMk cId="630252709" sldId="2147482952"/>
            <ac:spMk id="9" creationId="{B79C2E86-7850-01E0-8490-1533220E6FCD}"/>
          </ac:spMkLst>
        </pc:spChg>
        <pc:spChg chg="add mod">
          <ac:chgData name="최인호" userId="b4efcb7a-706e-4704-a9c1-aa210034272e" providerId="ADAL" clId="{9BDDE7DB-8B59-4016-95BD-7367634F3211}" dt="2026-09-21T19:47:11.302" v="7562" actId="1076"/>
          <ac:spMkLst>
            <pc:docMk/>
            <pc:sldMk cId="630252709" sldId="2147482952"/>
            <ac:spMk id="13" creationId="{2A35AF65-EACD-9CA6-070B-3517193B1863}"/>
          </ac:spMkLst>
        </pc:spChg>
        <pc:spChg chg="del">
          <ac:chgData name="최인호" userId="b4efcb7a-706e-4704-a9c1-aa210034272e" providerId="ADAL" clId="{9BDDE7DB-8B59-4016-95BD-7367634F3211}" dt="2026-09-21T19:43:26.416" v="7266" actId="21"/>
          <ac:spMkLst>
            <pc:docMk/>
            <pc:sldMk cId="630252709" sldId="2147482952"/>
            <ac:spMk id="14" creationId="{B1E501A8-4561-7717-0CE0-6929B1FE2750}"/>
          </ac:spMkLst>
        </pc:spChg>
        <pc:spChg chg="del">
          <ac:chgData name="최인호" userId="b4efcb7a-706e-4704-a9c1-aa210034272e" providerId="ADAL" clId="{9BDDE7DB-8B59-4016-95BD-7367634F3211}" dt="2026-09-21T19:46:07.353" v="7494" actId="21"/>
          <ac:spMkLst>
            <pc:docMk/>
            <pc:sldMk cId="630252709" sldId="2147482952"/>
            <ac:spMk id="16" creationId="{B6E4D0BF-4F6E-81B0-BA93-64C365D21259}"/>
          </ac:spMkLst>
        </pc:spChg>
        <pc:spChg chg="add mod">
          <ac:chgData name="최인호" userId="b4efcb7a-706e-4704-a9c1-aa210034272e" providerId="ADAL" clId="{9BDDE7DB-8B59-4016-95BD-7367634F3211}" dt="2026-09-21T19:47:13.716" v="7564" actId="1076"/>
          <ac:spMkLst>
            <pc:docMk/>
            <pc:sldMk cId="630252709" sldId="2147482952"/>
            <ac:spMk id="17" creationId="{69E78FDC-F6ED-F957-485B-E4390B5253C5}"/>
          </ac:spMkLst>
        </pc:spChg>
        <pc:spChg chg="del">
          <ac:chgData name="최인호" userId="b4efcb7a-706e-4704-a9c1-aa210034272e" providerId="ADAL" clId="{9BDDE7DB-8B59-4016-95BD-7367634F3211}" dt="2026-09-21T19:43:32.046" v="7271" actId="21"/>
          <ac:spMkLst>
            <pc:docMk/>
            <pc:sldMk cId="630252709" sldId="2147482952"/>
            <ac:spMk id="18" creationId="{0BD49949-A928-F082-2E20-26EC7B18507D}"/>
          </ac:spMkLst>
        </pc:spChg>
        <pc:spChg chg="mod">
          <ac:chgData name="최인호" userId="b4efcb7a-706e-4704-a9c1-aa210034272e" providerId="ADAL" clId="{9BDDE7DB-8B59-4016-95BD-7367634F3211}" dt="2026-09-21T19:48:12.191" v="7803" actId="20577"/>
          <ac:spMkLst>
            <pc:docMk/>
            <pc:sldMk cId="630252709" sldId="2147482952"/>
            <ac:spMk id="19" creationId="{64817E60-CD9F-61CC-C494-F2C60B54A721}"/>
          </ac:spMkLst>
        </pc:spChg>
        <pc:spChg chg="add del mod">
          <ac:chgData name="최인호" userId="b4efcb7a-706e-4704-a9c1-aa210034272e" providerId="ADAL" clId="{9BDDE7DB-8B59-4016-95BD-7367634F3211}" dt="2026-09-21T19:49:29.620" v="7888" actId="21"/>
          <ac:spMkLst>
            <pc:docMk/>
            <pc:sldMk cId="630252709" sldId="2147482952"/>
            <ac:spMk id="20" creationId="{37D73D5C-EAE8-B15E-506B-CABB4765EE80}"/>
          </ac:spMkLst>
        </pc:spChg>
        <pc:spChg chg="add del mod">
          <ac:chgData name="최인호" userId="b4efcb7a-706e-4704-a9c1-aa210034272e" providerId="ADAL" clId="{9BDDE7DB-8B59-4016-95BD-7367634F3211}" dt="2026-09-21T19:49:31.043" v="7889" actId="21"/>
          <ac:spMkLst>
            <pc:docMk/>
            <pc:sldMk cId="630252709" sldId="2147482952"/>
            <ac:spMk id="22" creationId="{C90B56AA-2293-6479-3912-ED77759343E6}"/>
          </ac:spMkLst>
        </pc:spChg>
        <pc:spChg chg="del">
          <ac:chgData name="최인호" userId="b4efcb7a-706e-4704-a9c1-aa210034272e" providerId="ADAL" clId="{9BDDE7DB-8B59-4016-95BD-7367634F3211}" dt="2026-09-21T19:47:03.208" v="7555" actId="21"/>
          <ac:spMkLst>
            <pc:docMk/>
            <pc:sldMk cId="630252709" sldId="2147482952"/>
            <ac:spMk id="24" creationId="{95654B00-DB42-79C2-FA21-3529051021FF}"/>
          </ac:spMkLst>
        </pc:spChg>
        <pc:spChg chg="del">
          <ac:chgData name="최인호" userId="b4efcb7a-706e-4704-a9c1-aa210034272e" providerId="ADAL" clId="{9BDDE7DB-8B59-4016-95BD-7367634F3211}" dt="2026-09-21T19:43:32.046" v="7271" actId="21"/>
          <ac:spMkLst>
            <pc:docMk/>
            <pc:sldMk cId="630252709" sldId="2147482952"/>
            <ac:spMk id="28" creationId="{275BB475-804C-7070-FE68-03AD36160E5B}"/>
          </ac:spMkLst>
        </pc:spChg>
        <pc:spChg chg="del">
          <ac:chgData name="최인호" userId="b4efcb7a-706e-4704-a9c1-aa210034272e" providerId="ADAL" clId="{9BDDE7DB-8B59-4016-95BD-7367634F3211}" dt="2026-09-21T19:47:03.208" v="7555" actId="21"/>
          <ac:spMkLst>
            <pc:docMk/>
            <pc:sldMk cId="630252709" sldId="2147482952"/>
            <ac:spMk id="29" creationId="{72644A76-8AAE-4451-51BD-97CE0924D2F4}"/>
          </ac:spMkLst>
        </pc:spChg>
        <pc:spChg chg="add del mod">
          <ac:chgData name="최인호" userId="b4efcb7a-706e-4704-a9c1-aa210034272e" providerId="ADAL" clId="{9BDDE7DB-8B59-4016-95BD-7367634F3211}" dt="2026-09-21T19:47:17.993" v="7567" actId="21"/>
          <ac:spMkLst>
            <pc:docMk/>
            <pc:sldMk cId="630252709" sldId="2147482952"/>
            <ac:spMk id="30" creationId="{68DCA5C9-25FC-3553-CD22-897B7F80EA66}"/>
          </ac:spMkLst>
        </pc:spChg>
        <pc:spChg chg="add del">
          <ac:chgData name="최인호" userId="b4efcb7a-706e-4704-a9c1-aa210034272e" providerId="ADAL" clId="{9BDDE7DB-8B59-4016-95BD-7367634F3211}" dt="2026-09-21T19:47:58.460" v="7711" actId="22"/>
          <ac:spMkLst>
            <pc:docMk/>
            <pc:sldMk cId="630252709" sldId="2147482952"/>
            <ac:spMk id="39" creationId="{FF98842F-475D-A7C8-AD6D-12DBC6FE76F8}"/>
          </ac:spMkLst>
        </pc:spChg>
        <pc:spChg chg="add mod">
          <ac:chgData name="최인호" userId="b4efcb7a-706e-4704-a9c1-aa210034272e" providerId="ADAL" clId="{9BDDE7DB-8B59-4016-95BD-7367634F3211}" dt="2026-09-21T19:48:28.827" v="7809" actId="14100"/>
          <ac:spMkLst>
            <pc:docMk/>
            <pc:sldMk cId="630252709" sldId="2147482952"/>
            <ac:spMk id="41" creationId="{B52F3DCF-D5E7-327E-4607-1796BD48FDD4}"/>
          </ac:spMkLst>
        </pc:spChg>
        <pc:spChg chg="add mod">
          <ac:chgData name="최인호" userId="b4efcb7a-706e-4704-a9c1-aa210034272e" providerId="ADAL" clId="{9BDDE7DB-8B59-4016-95BD-7367634F3211}" dt="2026-09-21T19:48:31.884" v="7811" actId="14100"/>
          <ac:spMkLst>
            <pc:docMk/>
            <pc:sldMk cId="630252709" sldId="2147482952"/>
            <ac:spMk id="42" creationId="{F749C5F3-6D2B-57CB-D408-28846BB38FF7}"/>
          </ac:spMkLst>
        </pc:spChg>
        <pc:spChg chg="add mod">
          <ac:chgData name="최인호" userId="b4efcb7a-706e-4704-a9c1-aa210034272e" providerId="ADAL" clId="{9BDDE7DB-8B59-4016-95BD-7367634F3211}" dt="2026-09-21T19:48:36.640" v="7814" actId="1076"/>
          <ac:spMkLst>
            <pc:docMk/>
            <pc:sldMk cId="630252709" sldId="2147482952"/>
            <ac:spMk id="43" creationId="{A01CFBE8-CA2A-10E2-103E-5FCAD8F44553}"/>
          </ac:spMkLst>
        </pc:spChg>
        <pc:spChg chg="add del mod">
          <ac:chgData name="최인호" userId="b4efcb7a-706e-4704-a9c1-aa210034272e" providerId="ADAL" clId="{9BDDE7DB-8B59-4016-95BD-7367634F3211}" dt="2026-09-21T19:50:50.121" v="7911" actId="21"/>
          <ac:spMkLst>
            <pc:docMk/>
            <pc:sldMk cId="630252709" sldId="2147482952"/>
            <ac:spMk id="44" creationId="{3665D0C5-15F7-D9BF-9A3C-304A43F61743}"/>
          </ac:spMkLst>
        </pc:spChg>
        <pc:spChg chg="add">
          <ac:chgData name="최인호" userId="b4efcb7a-706e-4704-a9c1-aa210034272e" providerId="ADAL" clId="{9BDDE7DB-8B59-4016-95BD-7367634F3211}" dt="2026-09-21T19:50:48.552" v="7910" actId="22"/>
          <ac:spMkLst>
            <pc:docMk/>
            <pc:sldMk cId="630252709" sldId="2147482952"/>
            <ac:spMk id="46" creationId="{B0FA73F5-2D8D-DB63-D00D-A3C58030AD9F}"/>
          </ac:spMkLst>
        </pc:spChg>
        <pc:spChg chg="add mod">
          <ac:chgData name="최인호" userId="b4efcb7a-706e-4704-a9c1-aa210034272e" providerId="ADAL" clId="{9BDDE7DB-8B59-4016-95BD-7367634F3211}" dt="2026-09-22T07:06:14.429" v="21277" actId="20577"/>
          <ac:spMkLst>
            <pc:docMk/>
            <pc:sldMk cId="630252709" sldId="2147482952"/>
            <ac:spMk id="48" creationId="{986B9488-C885-E004-366A-EB5F596017B1}"/>
          </ac:spMkLst>
        </pc:spChg>
        <pc:grpChg chg="add mod">
          <ac:chgData name="최인호" userId="b4efcb7a-706e-4704-a9c1-aa210034272e" providerId="ADAL" clId="{9BDDE7DB-8B59-4016-95BD-7367634F3211}" dt="2026-09-21T19:48:17.630" v="7805" actId="1076"/>
          <ac:grpSpMkLst>
            <pc:docMk/>
            <pc:sldMk cId="630252709" sldId="2147482952"/>
            <ac:grpSpMk id="31" creationId="{451DD31A-7DC3-2443-1F00-6B01E9159510}"/>
          </ac:grpSpMkLst>
        </pc:grpChg>
        <pc:picChg chg="del">
          <ac:chgData name="최인호" userId="b4efcb7a-706e-4704-a9c1-aa210034272e" providerId="ADAL" clId="{9BDDE7DB-8B59-4016-95BD-7367634F3211}" dt="2026-09-21T19:43:24.666" v="7264" actId="21"/>
          <ac:picMkLst>
            <pc:docMk/>
            <pc:sldMk cId="630252709" sldId="2147482952"/>
            <ac:picMk id="6" creationId="{1559B047-6E56-4418-D67A-F224C3D1DF80}"/>
          </ac:picMkLst>
        </pc:picChg>
        <pc:picChg chg="add mod">
          <ac:chgData name="최인호" userId="b4efcb7a-706e-4704-a9c1-aa210034272e" providerId="ADAL" clId="{9BDDE7DB-8B59-4016-95BD-7367634F3211}" dt="2026-09-21T19:47:44.658" v="7655" actId="208"/>
          <ac:picMkLst>
            <pc:docMk/>
            <pc:sldMk cId="630252709" sldId="2147482952"/>
            <ac:picMk id="7" creationId="{46D677DB-9BEF-FE3B-9957-0A3968D088CB}"/>
          </ac:picMkLst>
        </pc:picChg>
        <pc:picChg chg="del">
          <ac:chgData name="최인호" userId="b4efcb7a-706e-4704-a9c1-aa210034272e" providerId="ADAL" clId="{9BDDE7DB-8B59-4016-95BD-7367634F3211}" dt="2026-09-21T19:46:06.606" v="7493" actId="21"/>
          <ac:picMkLst>
            <pc:docMk/>
            <pc:sldMk cId="630252709" sldId="2147482952"/>
            <ac:picMk id="11" creationId="{7BEAA909-BFCF-7D8F-1357-04E88B6BFFB7}"/>
          </ac:picMkLst>
        </pc:picChg>
        <pc:picChg chg="del">
          <ac:chgData name="최인호" userId="b4efcb7a-706e-4704-a9c1-aa210034272e" providerId="ADAL" clId="{9BDDE7DB-8B59-4016-95BD-7367634F3211}" dt="2026-09-21T19:47:03.208" v="7555" actId="21"/>
          <ac:picMkLst>
            <pc:docMk/>
            <pc:sldMk cId="630252709" sldId="2147482952"/>
            <ac:picMk id="21" creationId="{3770F647-5EC7-3316-83EE-328091E0E9BF}"/>
          </ac:picMkLst>
        </pc:picChg>
        <pc:picChg chg="add del mod">
          <ac:chgData name="최인호" userId="b4efcb7a-706e-4704-a9c1-aa210034272e" providerId="ADAL" clId="{9BDDE7DB-8B59-4016-95BD-7367634F3211}" dt="2026-09-21T19:46:18.216" v="7502" actId="21"/>
          <ac:picMkLst>
            <pc:docMk/>
            <pc:sldMk cId="630252709" sldId="2147482952"/>
            <ac:picMk id="25" creationId="{8B0B5BB0-F4D6-E789-CCA1-B057A507DE98}"/>
          </ac:picMkLst>
        </pc:picChg>
        <pc:picChg chg="del">
          <ac:chgData name="최인호" userId="b4efcb7a-706e-4704-a9c1-aa210034272e" providerId="ADAL" clId="{9BDDE7DB-8B59-4016-95BD-7367634F3211}" dt="2026-09-21T19:47:03.208" v="7555" actId="21"/>
          <ac:picMkLst>
            <pc:docMk/>
            <pc:sldMk cId="630252709" sldId="2147482952"/>
            <ac:picMk id="26" creationId="{6739DC06-6BDE-F50F-8629-B904CF3BC00A}"/>
          </ac:picMkLst>
        </pc:picChg>
        <pc:picChg chg="add del">
          <ac:chgData name="최인호" userId="b4efcb7a-706e-4704-a9c1-aa210034272e" providerId="ADAL" clId="{9BDDE7DB-8B59-4016-95BD-7367634F3211}" dt="2026-09-21T19:46:20.446" v="7504" actId="22"/>
          <ac:picMkLst>
            <pc:docMk/>
            <pc:sldMk cId="630252709" sldId="2147482952"/>
            <ac:picMk id="33" creationId="{3D310873-79CD-1871-0F58-0270FA230195}"/>
          </ac:picMkLst>
        </pc:picChg>
        <pc:picChg chg="add del mod">
          <ac:chgData name="최인호" userId="b4efcb7a-706e-4704-a9c1-aa210034272e" providerId="ADAL" clId="{9BDDE7DB-8B59-4016-95BD-7367634F3211}" dt="2026-09-21T19:47:00.456" v="7553" actId="21"/>
          <ac:picMkLst>
            <pc:docMk/>
            <pc:sldMk cId="630252709" sldId="2147482952"/>
            <ac:picMk id="35" creationId="{B27A2DDD-F93E-1F5E-FD32-996B8CCE377F}"/>
          </ac:picMkLst>
        </pc:picChg>
        <pc:picChg chg="add mod">
          <ac:chgData name="최인호" userId="b4efcb7a-706e-4704-a9c1-aa210034272e" providerId="ADAL" clId="{9BDDE7DB-8B59-4016-95BD-7367634F3211}" dt="2026-09-21T19:48:44.175" v="7845" actId="1076"/>
          <ac:picMkLst>
            <pc:docMk/>
            <pc:sldMk cId="630252709" sldId="2147482952"/>
            <ac:picMk id="37" creationId="{98D05620-ADA7-058E-84C6-311B908C863B}"/>
          </ac:picMkLst>
        </pc:picChg>
      </pc:sldChg>
      <pc:sldChg chg="addSp delSp modSp add del mod ord">
        <pc:chgData name="최인호" userId="b4efcb7a-706e-4704-a9c1-aa210034272e" providerId="ADAL" clId="{9BDDE7DB-8B59-4016-95BD-7367634F3211}" dt="2026-09-22T06:42:29.136" v="20690" actId="2696"/>
        <pc:sldMkLst>
          <pc:docMk/>
          <pc:sldMk cId="1584779950" sldId="2147482953"/>
        </pc:sldMkLst>
        <pc:spChg chg="mod">
          <ac:chgData name="최인호" userId="b4efcb7a-706e-4704-a9c1-aa210034272e" providerId="ADAL" clId="{9BDDE7DB-8B59-4016-95BD-7367634F3211}" dt="2026-09-21T19:53:49.102" v="8042" actId="20577"/>
          <ac:spMkLst>
            <pc:docMk/>
            <pc:sldMk cId="1584779950" sldId="2147482953"/>
            <ac:spMk id="2" creationId="{B3638738-5BF1-8BFF-DD5B-5EE7C427920B}"/>
          </ac:spMkLst>
        </pc:spChg>
        <pc:spChg chg="mod">
          <ac:chgData name="최인호" userId="b4efcb7a-706e-4704-a9c1-aa210034272e" providerId="ADAL" clId="{9BDDE7DB-8B59-4016-95BD-7367634F3211}" dt="2026-09-21T19:52:12.279" v="7981" actId="6549"/>
          <ac:spMkLst>
            <pc:docMk/>
            <pc:sldMk cId="1584779950" sldId="2147482953"/>
            <ac:spMk id="3" creationId="{B2D7E033-9E11-2AC3-1465-617DE4479359}"/>
          </ac:spMkLst>
        </pc:spChg>
        <pc:spChg chg="add mod">
          <ac:chgData name="최인호" userId="b4efcb7a-706e-4704-a9c1-aa210034272e" providerId="ADAL" clId="{9BDDE7DB-8B59-4016-95BD-7367634F3211}" dt="2026-09-21T19:50:37.994" v="7905" actId="1076"/>
          <ac:spMkLst>
            <pc:docMk/>
            <pc:sldMk cId="1584779950" sldId="2147482953"/>
            <ac:spMk id="6" creationId="{AC7D8B8C-09C2-4630-DBD9-89B6A64D105A}"/>
          </ac:spMkLst>
        </pc:spChg>
        <pc:spChg chg="del">
          <ac:chgData name="최인호" userId="b4efcb7a-706e-4704-a9c1-aa210034272e" providerId="ADAL" clId="{9BDDE7DB-8B59-4016-95BD-7367634F3211}" dt="2026-09-21T19:49:35.329" v="7891" actId="21"/>
          <ac:spMkLst>
            <pc:docMk/>
            <pc:sldMk cId="1584779950" sldId="2147482953"/>
            <ac:spMk id="9" creationId="{3E55DE44-FFF0-CD83-FC84-7448FFD23DBD}"/>
          </ac:spMkLst>
        </pc:spChg>
        <pc:spChg chg="add mod">
          <ac:chgData name="최인호" userId="b4efcb7a-706e-4704-a9c1-aa210034272e" providerId="ADAL" clId="{9BDDE7DB-8B59-4016-95BD-7367634F3211}" dt="2026-09-21T19:51:31.744" v="7965" actId="14100"/>
          <ac:spMkLst>
            <pc:docMk/>
            <pc:sldMk cId="1584779950" sldId="2147482953"/>
            <ac:spMk id="14" creationId="{A1002110-C530-B94B-7E3A-3B10D2E92A77}"/>
          </ac:spMkLst>
        </pc:spChg>
        <pc:spChg chg="add del">
          <ac:chgData name="최인호" userId="b4efcb7a-706e-4704-a9c1-aa210034272e" providerId="ADAL" clId="{9BDDE7DB-8B59-4016-95BD-7367634F3211}" dt="2026-09-21T19:51:58.184" v="7975" actId="21"/>
          <ac:spMkLst>
            <pc:docMk/>
            <pc:sldMk cId="1584779950" sldId="2147482953"/>
            <ac:spMk id="16" creationId="{B426ADA7-4261-675E-13E1-933CC99B5970}"/>
          </ac:spMkLst>
        </pc:spChg>
        <pc:spChg chg="mod">
          <ac:chgData name="최인호" userId="b4efcb7a-706e-4704-a9c1-aa210034272e" providerId="ADAL" clId="{9BDDE7DB-8B59-4016-95BD-7367634F3211}" dt="2026-09-21T19:52:06.682" v="7978" actId="1076"/>
          <ac:spMkLst>
            <pc:docMk/>
            <pc:sldMk cId="1584779950" sldId="2147482953"/>
            <ac:spMk id="17" creationId="{6B6F9681-CCA1-C0F4-05ED-FB16498307D0}"/>
          </ac:spMkLst>
        </pc:spChg>
        <pc:spChg chg="del">
          <ac:chgData name="최인호" userId="b4efcb7a-706e-4704-a9c1-aa210034272e" providerId="ADAL" clId="{9BDDE7DB-8B59-4016-95BD-7367634F3211}" dt="2026-09-21T19:51:13.728" v="7916" actId="21"/>
          <ac:spMkLst>
            <pc:docMk/>
            <pc:sldMk cId="1584779950" sldId="2147482953"/>
            <ac:spMk id="19" creationId="{F6379A38-D88E-04E0-30DB-49C223056DEB}"/>
          </ac:spMkLst>
        </pc:spChg>
        <pc:spChg chg="add mod">
          <ac:chgData name="최인호" userId="b4efcb7a-706e-4704-a9c1-aa210034272e" providerId="ADAL" clId="{9BDDE7DB-8B59-4016-95BD-7367634F3211}" dt="2026-09-21T19:51:49.130" v="7971" actId="1076"/>
          <ac:spMkLst>
            <pc:docMk/>
            <pc:sldMk cId="1584779950" sldId="2147482953"/>
            <ac:spMk id="21" creationId="{4DB2C3B9-EAB0-220C-9952-18EA0F8DF7DF}"/>
          </ac:spMkLst>
        </pc:spChg>
        <pc:spChg chg="del">
          <ac:chgData name="최인호" userId="b4efcb7a-706e-4704-a9c1-aa210034272e" providerId="ADAL" clId="{9BDDE7DB-8B59-4016-95BD-7367634F3211}" dt="2026-09-21T19:49:34.068" v="7890" actId="21"/>
          <ac:spMkLst>
            <pc:docMk/>
            <pc:sldMk cId="1584779950" sldId="2147482953"/>
            <ac:spMk id="22" creationId="{AD409D4F-6631-AF46-BEB5-9B5A55EFBD76}"/>
          </ac:spMkLst>
        </pc:spChg>
        <pc:spChg chg="add del">
          <ac:chgData name="최인호" userId="b4efcb7a-706e-4704-a9c1-aa210034272e" providerId="ADAL" clId="{9BDDE7DB-8B59-4016-95BD-7367634F3211}" dt="2026-09-21T19:51:36.737" v="7968" actId="21"/>
          <ac:spMkLst>
            <pc:docMk/>
            <pc:sldMk cId="1584779950" sldId="2147482953"/>
            <ac:spMk id="24" creationId="{845E3FAA-BDE5-8DCC-08DE-5DC4DE3EDFE2}"/>
          </ac:spMkLst>
        </pc:spChg>
        <pc:spChg chg="add mod">
          <ac:chgData name="최인호" userId="b4efcb7a-706e-4704-a9c1-aa210034272e" providerId="ADAL" clId="{9BDDE7DB-8B59-4016-95BD-7367634F3211}" dt="2026-09-21T19:51:53.242" v="7973" actId="14100"/>
          <ac:spMkLst>
            <pc:docMk/>
            <pc:sldMk cId="1584779950" sldId="2147482953"/>
            <ac:spMk id="25" creationId="{DEF244D8-BED1-39CE-DDAF-EBD1D6C99EDB}"/>
          </ac:spMkLst>
        </pc:spChg>
        <pc:spChg chg="add mod">
          <ac:chgData name="최인호" userId="b4efcb7a-706e-4704-a9c1-aa210034272e" providerId="ADAL" clId="{9BDDE7DB-8B59-4016-95BD-7367634F3211}" dt="2026-09-21T19:52:03.773" v="7977" actId="14100"/>
          <ac:spMkLst>
            <pc:docMk/>
            <pc:sldMk cId="1584779950" sldId="2147482953"/>
            <ac:spMk id="26" creationId="{3EE720E6-51D4-E09B-7CF1-A711C8AAF3C1}"/>
          </ac:spMkLst>
        </pc:spChg>
        <pc:spChg chg="del">
          <ac:chgData name="최인호" userId="b4efcb7a-706e-4704-a9c1-aa210034272e" providerId="ADAL" clId="{9BDDE7DB-8B59-4016-95BD-7367634F3211}" dt="2026-09-21T19:51:34.792" v="7966" actId="21"/>
          <ac:spMkLst>
            <pc:docMk/>
            <pc:sldMk cId="1584779950" sldId="2147482953"/>
            <ac:spMk id="41" creationId="{7B5A485A-6F10-4BA1-6FE0-23727CEFD35B}"/>
          </ac:spMkLst>
        </pc:spChg>
        <pc:spChg chg="del">
          <ac:chgData name="최인호" userId="b4efcb7a-706e-4704-a9c1-aa210034272e" providerId="ADAL" clId="{9BDDE7DB-8B59-4016-95BD-7367634F3211}" dt="2026-09-21T19:51:34.792" v="7966" actId="21"/>
          <ac:spMkLst>
            <pc:docMk/>
            <pc:sldMk cId="1584779950" sldId="2147482953"/>
            <ac:spMk id="42" creationId="{5C075558-69F6-C0FA-2B89-A5C605F89375}"/>
          </ac:spMkLst>
        </pc:spChg>
        <pc:spChg chg="del">
          <ac:chgData name="최인호" userId="b4efcb7a-706e-4704-a9c1-aa210034272e" providerId="ADAL" clId="{9BDDE7DB-8B59-4016-95BD-7367634F3211}" dt="2026-09-21T19:51:28.528" v="7962" actId="21"/>
          <ac:spMkLst>
            <pc:docMk/>
            <pc:sldMk cId="1584779950" sldId="2147482953"/>
            <ac:spMk id="43" creationId="{599B2C14-0EB4-CD04-E790-25FE3809C9B0}"/>
          </ac:spMkLst>
        </pc:spChg>
        <pc:spChg chg="add del mod">
          <ac:chgData name="최인호" userId="b4efcb7a-706e-4704-a9c1-aa210034272e" providerId="ADAL" clId="{9BDDE7DB-8B59-4016-95BD-7367634F3211}" dt="2026-09-21T19:51:34.792" v="7966" actId="21"/>
          <ac:spMkLst>
            <pc:docMk/>
            <pc:sldMk cId="1584779950" sldId="2147482953"/>
            <ac:spMk id="44" creationId="{2E2194C3-92BD-1CA3-3698-552BC2DAA920}"/>
          </ac:spMkLst>
        </pc:spChg>
        <pc:picChg chg="add mod">
          <ac:chgData name="최인호" userId="b4efcb7a-706e-4704-a9c1-aa210034272e" providerId="ADAL" clId="{9BDDE7DB-8B59-4016-95BD-7367634F3211}" dt="2026-09-21T19:51:54.912" v="7974" actId="208"/>
          <ac:picMkLst>
            <pc:docMk/>
            <pc:sldMk cId="1584779950" sldId="2147482953"/>
            <ac:picMk id="11" creationId="{6D054C4A-63DC-8A87-A75B-6123022436B8}"/>
          </ac:picMkLst>
        </pc:picChg>
        <pc:picChg chg="del">
          <ac:chgData name="최인호" userId="b4efcb7a-706e-4704-a9c1-aa210034272e" providerId="ADAL" clId="{9BDDE7DB-8B59-4016-95BD-7367634F3211}" dt="2026-09-21T19:51:27.736" v="7961" actId="21"/>
          <ac:picMkLst>
            <pc:docMk/>
            <pc:sldMk cId="1584779950" sldId="2147482953"/>
            <ac:picMk id="37" creationId="{93F397F8-B36B-921D-831D-FB62F46E38DF}"/>
          </ac:picMkLst>
        </pc:picChg>
      </pc:sldChg>
      <pc:sldChg chg="addSp delSp modSp new mod">
        <pc:chgData name="최인호" userId="b4efcb7a-706e-4704-a9c1-aa210034272e" providerId="ADAL" clId="{9BDDE7DB-8B59-4016-95BD-7367634F3211}" dt="2026-09-22T06:44:03.708" v="20711" actId="1076"/>
        <pc:sldMkLst>
          <pc:docMk/>
          <pc:sldMk cId="3742095463" sldId="2147482954"/>
        </pc:sldMkLst>
        <pc:spChg chg="mod">
          <ac:chgData name="최인호" userId="b4efcb7a-706e-4704-a9c1-aa210034272e" providerId="ADAL" clId="{9BDDE7DB-8B59-4016-95BD-7367634F3211}" dt="2026-09-21T19:57:33.126" v="8484" actId="20577"/>
          <ac:spMkLst>
            <pc:docMk/>
            <pc:sldMk cId="3742095463" sldId="2147482954"/>
            <ac:spMk id="2" creationId="{ADB908B9-22BF-C8AC-E379-C4815980BD2A}"/>
          </ac:spMkLst>
        </pc:spChg>
        <pc:spChg chg="mod">
          <ac:chgData name="최인호" userId="b4efcb7a-706e-4704-a9c1-aa210034272e" providerId="ADAL" clId="{9BDDE7DB-8B59-4016-95BD-7367634F3211}" dt="2026-09-22T06:42:39.599" v="20692" actId="20577"/>
          <ac:spMkLst>
            <pc:docMk/>
            <pc:sldMk cId="3742095463" sldId="2147482954"/>
            <ac:spMk id="3" creationId="{FB55630D-A5AB-C278-B3DA-668720864984}"/>
          </ac:spMkLst>
        </pc:spChg>
        <pc:spChg chg="mod">
          <ac:chgData name="최인호" userId="b4efcb7a-706e-4704-a9c1-aa210034272e" providerId="ADAL" clId="{9BDDE7DB-8B59-4016-95BD-7367634F3211}" dt="2026-09-21T20:04:43.910" v="8699" actId="1076"/>
          <ac:spMkLst>
            <pc:docMk/>
            <pc:sldMk cId="3742095463" sldId="2147482954"/>
            <ac:spMk id="4" creationId="{1653AD78-70B3-FBEF-37FD-4BD168C54FA8}"/>
          </ac:spMkLst>
        </pc:spChg>
        <pc:spChg chg="add del mod">
          <ac:chgData name="최인호" userId="b4efcb7a-706e-4704-a9c1-aa210034272e" providerId="ADAL" clId="{9BDDE7DB-8B59-4016-95BD-7367634F3211}" dt="2026-09-21T20:00:42.791" v="8505" actId="21"/>
          <ac:spMkLst>
            <pc:docMk/>
            <pc:sldMk cId="3742095463" sldId="2147482954"/>
            <ac:spMk id="9" creationId="{3213BB68-FBCD-C28A-EC7A-9D81B4A4053B}"/>
          </ac:spMkLst>
        </pc:spChg>
        <pc:spChg chg="add mod">
          <ac:chgData name="최인호" userId="b4efcb7a-706e-4704-a9c1-aa210034272e" providerId="ADAL" clId="{9BDDE7DB-8B59-4016-95BD-7367634F3211}" dt="2026-09-21T20:04:45.817" v="8700" actId="1076"/>
          <ac:spMkLst>
            <pc:docMk/>
            <pc:sldMk cId="3742095463" sldId="2147482954"/>
            <ac:spMk id="12" creationId="{42A9CC8F-18CB-89C5-4522-9667355CA94B}"/>
          </ac:spMkLst>
        </pc:spChg>
        <pc:spChg chg="add del mod">
          <ac:chgData name="최인호" userId="b4efcb7a-706e-4704-a9c1-aa210034272e" providerId="ADAL" clId="{9BDDE7DB-8B59-4016-95BD-7367634F3211}" dt="2026-09-21T20:00:42.791" v="8505" actId="21"/>
          <ac:spMkLst>
            <pc:docMk/>
            <pc:sldMk cId="3742095463" sldId="2147482954"/>
            <ac:spMk id="13" creationId="{68428659-5204-3DDB-BCB8-2E1AAE257136}"/>
          </ac:spMkLst>
        </pc:spChg>
        <pc:spChg chg="add del mod">
          <ac:chgData name="최인호" userId="b4efcb7a-706e-4704-a9c1-aa210034272e" providerId="ADAL" clId="{9BDDE7DB-8B59-4016-95BD-7367634F3211}" dt="2026-09-21T20:00:42.791" v="8505" actId="21"/>
          <ac:spMkLst>
            <pc:docMk/>
            <pc:sldMk cId="3742095463" sldId="2147482954"/>
            <ac:spMk id="14" creationId="{E32B0CB7-FB88-20BB-2DBE-1A43EB114EF9}"/>
          </ac:spMkLst>
        </pc:spChg>
        <pc:spChg chg="add del mod">
          <ac:chgData name="최인호" userId="b4efcb7a-706e-4704-a9c1-aa210034272e" providerId="ADAL" clId="{9BDDE7DB-8B59-4016-95BD-7367634F3211}" dt="2026-09-21T20:00:44.830" v="8506" actId="21"/>
          <ac:spMkLst>
            <pc:docMk/>
            <pc:sldMk cId="3742095463" sldId="2147482954"/>
            <ac:spMk id="16" creationId="{A28E8757-C22B-D0D4-3DBE-888C584B1B6D}"/>
          </ac:spMkLst>
        </pc:spChg>
        <pc:spChg chg="add del mod">
          <ac:chgData name="최인호" userId="b4efcb7a-706e-4704-a9c1-aa210034272e" providerId="ADAL" clId="{9BDDE7DB-8B59-4016-95BD-7367634F3211}" dt="2026-09-21T20:00:42.791" v="8505" actId="21"/>
          <ac:spMkLst>
            <pc:docMk/>
            <pc:sldMk cId="3742095463" sldId="2147482954"/>
            <ac:spMk id="17" creationId="{199DE106-4F9A-D857-9B05-AD4E449F5C8F}"/>
          </ac:spMkLst>
        </pc:spChg>
        <pc:spChg chg="add del mod">
          <ac:chgData name="최인호" userId="b4efcb7a-706e-4704-a9c1-aa210034272e" providerId="ADAL" clId="{9BDDE7DB-8B59-4016-95BD-7367634F3211}" dt="2026-09-21T20:00:42.791" v="8505" actId="21"/>
          <ac:spMkLst>
            <pc:docMk/>
            <pc:sldMk cId="3742095463" sldId="2147482954"/>
            <ac:spMk id="18" creationId="{FC153630-FA85-792D-FEF6-DD2408D703B3}"/>
          </ac:spMkLst>
        </pc:spChg>
        <pc:spChg chg="add mod">
          <ac:chgData name="최인호" userId="b4efcb7a-706e-4704-a9c1-aa210034272e" providerId="ADAL" clId="{9BDDE7DB-8B59-4016-95BD-7367634F3211}" dt="2026-09-21T20:04:45.817" v="8700" actId="1076"/>
          <ac:spMkLst>
            <pc:docMk/>
            <pc:sldMk cId="3742095463" sldId="2147482954"/>
            <ac:spMk id="27" creationId="{DC3462E4-D2BA-2C5D-E55D-E47F846D0443}"/>
          </ac:spMkLst>
        </pc:spChg>
        <pc:spChg chg="add mod">
          <ac:chgData name="최인호" userId="b4efcb7a-706e-4704-a9c1-aa210034272e" providerId="ADAL" clId="{9BDDE7DB-8B59-4016-95BD-7367634F3211}" dt="2026-09-21T20:04:45.817" v="8700" actId="1076"/>
          <ac:spMkLst>
            <pc:docMk/>
            <pc:sldMk cId="3742095463" sldId="2147482954"/>
            <ac:spMk id="29" creationId="{2F4782E3-A1B7-F394-DEC3-205E10ABB98D}"/>
          </ac:spMkLst>
        </pc:spChg>
        <pc:picChg chg="add del mod">
          <ac:chgData name="최인호" userId="b4efcb7a-706e-4704-a9c1-aa210034272e" providerId="ADAL" clId="{9BDDE7DB-8B59-4016-95BD-7367634F3211}" dt="2026-09-21T19:54:44.760" v="8045" actId="21"/>
          <ac:picMkLst>
            <pc:docMk/>
            <pc:sldMk cId="3742095463" sldId="2147482954"/>
            <ac:picMk id="6" creationId="{C6758EA2-06A7-321B-99AD-E3F6DC751168}"/>
          </ac:picMkLst>
        </pc:picChg>
        <pc:picChg chg="add mod">
          <ac:chgData name="최인호" userId="b4efcb7a-706e-4704-a9c1-aa210034272e" providerId="ADAL" clId="{9BDDE7DB-8B59-4016-95BD-7367634F3211}" dt="2026-09-21T20:04:45.817" v="8700" actId="1076"/>
          <ac:picMkLst>
            <pc:docMk/>
            <pc:sldMk cId="3742095463" sldId="2147482954"/>
            <ac:picMk id="8" creationId="{E9C69093-77C1-A56E-A6D5-9CE2CC912B8E}"/>
          </ac:picMkLst>
        </pc:picChg>
        <pc:picChg chg="add mod modCrop">
          <ac:chgData name="최인호" userId="b4efcb7a-706e-4704-a9c1-aa210034272e" providerId="ADAL" clId="{9BDDE7DB-8B59-4016-95BD-7367634F3211}" dt="2026-09-21T20:04:45.817" v="8700" actId="1076"/>
          <ac:picMkLst>
            <pc:docMk/>
            <pc:sldMk cId="3742095463" sldId="2147482954"/>
            <ac:picMk id="11" creationId="{F378070F-283F-74CE-99E1-D32B7187A85E}"/>
          </ac:picMkLst>
        </pc:picChg>
        <pc:picChg chg="add del mod">
          <ac:chgData name="최인호" userId="b4efcb7a-706e-4704-a9c1-aa210034272e" providerId="ADAL" clId="{9BDDE7DB-8B59-4016-95BD-7367634F3211}" dt="2026-09-21T19:59:37.399" v="8489" actId="21"/>
          <ac:picMkLst>
            <pc:docMk/>
            <pc:sldMk cId="3742095463" sldId="2147482954"/>
            <ac:picMk id="20" creationId="{73DC70FD-9C5C-135F-BFFA-0760463DCA98}"/>
          </ac:picMkLst>
        </pc:picChg>
        <pc:picChg chg="add del">
          <ac:chgData name="최인호" userId="b4efcb7a-706e-4704-a9c1-aa210034272e" providerId="ADAL" clId="{9BDDE7DB-8B59-4016-95BD-7367634F3211}" dt="2026-09-21T19:59:44.984" v="8492" actId="21"/>
          <ac:picMkLst>
            <pc:docMk/>
            <pc:sldMk cId="3742095463" sldId="2147482954"/>
            <ac:picMk id="22" creationId="{0DD62AC2-D8B1-1B52-9F4A-4F9FE9232E72}"/>
          </ac:picMkLst>
        </pc:picChg>
        <pc:picChg chg="add mod">
          <ac:chgData name="최인호" userId="b4efcb7a-706e-4704-a9c1-aa210034272e" providerId="ADAL" clId="{9BDDE7DB-8B59-4016-95BD-7367634F3211}" dt="2026-09-22T06:44:02.772" v="20710" actId="1076"/>
          <ac:picMkLst>
            <pc:docMk/>
            <pc:sldMk cId="3742095463" sldId="2147482954"/>
            <ac:picMk id="24" creationId="{F6598D40-B6C9-8EF8-AECF-5EE430B3271B}"/>
          </ac:picMkLst>
        </pc:picChg>
        <pc:picChg chg="add mod">
          <ac:chgData name="최인호" userId="b4efcb7a-706e-4704-a9c1-aa210034272e" providerId="ADAL" clId="{9BDDE7DB-8B59-4016-95BD-7367634F3211}" dt="2026-09-22T06:44:03.708" v="20711" actId="1076"/>
          <ac:picMkLst>
            <pc:docMk/>
            <pc:sldMk cId="3742095463" sldId="2147482954"/>
            <ac:picMk id="26" creationId="{834B764B-29A4-0EDE-1295-FF2D128FCE91}"/>
          </ac:picMkLst>
        </pc:picChg>
        <pc:picChg chg="add del mod">
          <ac:chgData name="최인호" userId="b4efcb7a-706e-4704-a9c1-aa210034272e" providerId="ADAL" clId="{9BDDE7DB-8B59-4016-95BD-7367634F3211}" dt="2026-09-21T20:02:41.136" v="8665" actId="21"/>
          <ac:picMkLst>
            <pc:docMk/>
            <pc:sldMk cId="3742095463" sldId="2147482954"/>
            <ac:picMk id="31" creationId="{265B0725-5583-F55A-5AF5-2F055EDACE0A}"/>
          </ac:picMkLst>
        </pc:picChg>
        <pc:picChg chg="add del">
          <ac:chgData name="최인호" userId="b4efcb7a-706e-4704-a9c1-aa210034272e" providerId="ADAL" clId="{9BDDE7DB-8B59-4016-95BD-7367634F3211}" dt="2026-09-21T20:02:49.486" v="8669" actId="21"/>
          <ac:picMkLst>
            <pc:docMk/>
            <pc:sldMk cId="3742095463" sldId="2147482954"/>
            <ac:picMk id="33" creationId="{D9B9C673-6900-2EB3-A723-2923DF4A468B}"/>
          </ac:picMkLst>
        </pc:picChg>
        <pc:picChg chg="add del mod">
          <ac:chgData name="최인호" userId="b4efcb7a-706e-4704-a9c1-aa210034272e" providerId="ADAL" clId="{9BDDE7DB-8B59-4016-95BD-7367634F3211}" dt="2026-09-21T20:04:14.206" v="8681" actId="21"/>
          <ac:picMkLst>
            <pc:docMk/>
            <pc:sldMk cId="3742095463" sldId="2147482954"/>
            <ac:picMk id="35" creationId="{C1737DBD-A7B7-198E-7C7B-C49F68088E60}"/>
          </ac:picMkLst>
        </pc:picChg>
        <pc:picChg chg="add del mod">
          <ac:chgData name="최인호" userId="b4efcb7a-706e-4704-a9c1-aa210034272e" providerId="ADAL" clId="{9BDDE7DB-8B59-4016-95BD-7367634F3211}" dt="2026-09-22T06:42:20.839" v="20688" actId="21"/>
          <ac:picMkLst>
            <pc:docMk/>
            <pc:sldMk cId="3742095463" sldId="2147482954"/>
            <ac:picMk id="37" creationId="{5A5D73C9-6FF9-531B-A93A-BB420DC18B37}"/>
          </ac:picMkLst>
        </pc:picChg>
        <pc:picChg chg="add del mod">
          <ac:chgData name="최인호" userId="b4efcb7a-706e-4704-a9c1-aa210034272e" providerId="ADAL" clId="{9BDDE7DB-8B59-4016-95BD-7367634F3211}" dt="2026-09-22T06:42:20.839" v="20688" actId="21"/>
          <ac:picMkLst>
            <pc:docMk/>
            <pc:sldMk cId="3742095463" sldId="2147482954"/>
            <ac:picMk id="39" creationId="{D6FCE502-2F61-0556-5F0A-7E87D202ED34}"/>
          </ac:picMkLst>
        </pc:picChg>
        <pc:cxnChg chg="add mod">
          <ac:chgData name="최인호" userId="b4efcb7a-706e-4704-a9c1-aa210034272e" providerId="ADAL" clId="{9BDDE7DB-8B59-4016-95BD-7367634F3211}" dt="2026-09-21T20:04:45.817" v="8700" actId="1076"/>
          <ac:cxnSpMkLst>
            <pc:docMk/>
            <pc:sldMk cId="3742095463" sldId="2147482954"/>
            <ac:cxnSpMk id="10" creationId="{55E10F4E-B39E-8527-C73C-388A5AD66B14}"/>
          </ac:cxnSpMkLst>
        </pc:cxnChg>
        <pc:cxnChg chg="add mod">
          <ac:chgData name="최인호" userId="b4efcb7a-706e-4704-a9c1-aa210034272e" providerId="ADAL" clId="{9BDDE7DB-8B59-4016-95BD-7367634F3211}" dt="2026-09-21T20:04:45.817" v="8700" actId="1076"/>
          <ac:cxnSpMkLst>
            <pc:docMk/>
            <pc:sldMk cId="3742095463" sldId="2147482954"/>
            <ac:cxnSpMk id="15" creationId="{B8CD903E-A771-9E43-F72F-F6D9BA0E5BBF}"/>
          </ac:cxnSpMkLst>
        </pc:cxnChg>
      </pc:sldChg>
      <pc:sldChg chg="addSp delSp modSp add mod">
        <pc:chgData name="최인호" userId="b4efcb7a-706e-4704-a9c1-aa210034272e" providerId="ADAL" clId="{9BDDE7DB-8B59-4016-95BD-7367634F3211}" dt="2026-09-21T20:15:40.488" v="9578" actId="1076"/>
        <pc:sldMkLst>
          <pc:docMk/>
          <pc:sldMk cId="96868358" sldId="2147482955"/>
        </pc:sldMkLst>
        <pc:spChg chg="mod">
          <ac:chgData name="최인호" userId="b4efcb7a-706e-4704-a9c1-aa210034272e" providerId="ADAL" clId="{9BDDE7DB-8B59-4016-95BD-7367634F3211}" dt="2026-09-21T20:10:35.824" v="9340" actId="20577"/>
          <ac:spMkLst>
            <pc:docMk/>
            <pc:sldMk cId="96868358" sldId="2147482955"/>
            <ac:spMk id="2" creationId="{B12B0903-2ABE-E8B3-E220-66B7148EB1FE}"/>
          </ac:spMkLst>
        </pc:spChg>
        <pc:spChg chg="mod">
          <ac:chgData name="최인호" userId="b4efcb7a-706e-4704-a9c1-aa210034272e" providerId="ADAL" clId="{9BDDE7DB-8B59-4016-95BD-7367634F3211}" dt="2026-09-21T20:14:05.870" v="9566" actId="20577"/>
          <ac:spMkLst>
            <pc:docMk/>
            <pc:sldMk cId="96868358" sldId="2147482955"/>
            <ac:spMk id="3" creationId="{0FC8755A-0DEA-CB9C-A7A9-62152A749BAD}"/>
          </ac:spMkLst>
        </pc:spChg>
        <pc:picChg chg="add mod">
          <ac:chgData name="최인호" userId="b4efcb7a-706e-4704-a9c1-aa210034272e" providerId="ADAL" clId="{9BDDE7DB-8B59-4016-95BD-7367634F3211}" dt="2026-09-21T20:13:31.402" v="9390" actId="208"/>
          <ac:picMkLst>
            <pc:docMk/>
            <pc:sldMk cId="96868358" sldId="2147482955"/>
            <ac:picMk id="6" creationId="{D3BFFCC2-6035-E4AE-27EF-ED3DD7F60E1E}"/>
          </ac:picMkLst>
        </pc:picChg>
        <pc:picChg chg="add del mod">
          <ac:chgData name="최인호" userId="b4efcb7a-706e-4704-a9c1-aa210034272e" providerId="ADAL" clId="{9BDDE7DB-8B59-4016-95BD-7367634F3211}" dt="2026-09-21T20:15:36.652" v="9573" actId="21"/>
          <ac:picMkLst>
            <pc:docMk/>
            <pc:sldMk cId="96868358" sldId="2147482955"/>
            <ac:picMk id="9" creationId="{FF14B05A-4CC5-49C6-A214-F3BF02B3BFB1}"/>
          </ac:picMkLst>
        </pc:picChg>
        <pc:picChg chg="del">
          <ac:chgData name="최인호" userId="b4efcb7a-706e-4704-a9c1-aa210034272e" providerId="ADAL" clId="{9BDDE7DB-8B59-4016-95BD-7367634F3211}" dt="2026-09-21T20:13:24.054" v="9382" actId="21"/>
          <ac:picMkLst>
            <pc:docMk/>
            <pc:sldMk cId="96868358" sldId="2147482955"/>
            <ac:picMk id="10" creationId="{272492C5-1051-FED8-C2FD-032E4D555D63}"/>
          </ac:picMkLst>
        </pc:picChg>
        <pc:picChg chg="del">
          <ac:chgData name="최인호" userId="b4efcb7a-706e-4704-a9c1-aa210034272e" providerId="ADAL" clId="{9BDDE7DB-8B59-4016-95BD-7367634F3211}" dt="2026-09-21T20:14:40.416" v="9568" actId="21"/>
          <ac:picMkLst>
            <pc:docMk/>
            <pc:sldMk cId="96868358" sldId="2147482955"/>
            <ac:picMk id="12" creationId="{8CF9C6A8-961B-3062-58F2-6499F4C46ECB}"/>
          </ac:picMkLst>
        </pc:picChg>
        <pc:picChg chg="add mod">
          <ac:chgData name="최인호" userId="b4efcb7a-706e-4704-a9c1-aa210034272e" providerId="ADAL" clId="{9BDDE7DB-8B59-4016-95BD-7367634F3211}" dt="2026-09-21T20:15:40.488" v="9578" actId="1076"/>
          <ac:picMkLst>
            <pc:docMk/>
            <pc:sldMk cId="96868358" sldId="2147482955"/>
            <ac:picMk id="13" creationId="{469F5EED-2BA4-1BA3-7FE1-B2264721861D}"/>
          </ac:picMkLst>
        </pc:picChg>
      </pc:sldChg>
      <pc:sldChg chg="add del">
        <pc:chgData name="최인호" userId="b4efcb7a-706e-4704-a9c1-aa210034272e" providerId="ADAL" clId="{9BDDE7DB-8B59-4016-95BD-7367634F3211}" dt="2026-09-21T19:53:25.518" v="7991" actId="47"/>
        <pc:sldMkLst>
          <pc:docMk/>
          <pc:sldMk cId="3462326259" sldId="2147482955"/>
        </pc:sldMkLst>
      </pc:sldChg>
      <pc:sldChg chg="add del">
        <pc:chgData name="최인호" userId="b4efcb7a-706e-4704-a9c1-aa210034272e" providerId="ADAL" clId="{9BDDE7DB-8B59-4016-95BD-7367634F3211}" dt="2026-09-21T20:04:50.350" v="8701" actId="2696"/>
        <pc:sldMkLst>
          <pc:docMk/>
          <pc:sldMk cId="3518444824" sldId="2147482955"/>
        </pc:sldMkLst>
      </pc:sldChg>
      <pc:sldChg chg="addSp modSp new mod">
        <pc:chgData name="최인호" userId="b4efcb7a-706e-4704-a9c1-aa210034272e" providerId="ADAL" clId="{9BDDE7DB-8B59-4016-95BD-7367634F3211}" dt="2026-09-21T20:19:50.090" v="9829" actId="14100"/>
        <pc:sldMkLst>
          <pc:docMk/>
          <pc:sldMk cId="794195714" sldId="2147482956"/>
        </pc:sldMkLst>
        <pc:spChg chg="mod">
          <ac:chgData name="최인호" userId="b4efcb7a-706e-4704-a9c1-aa210034272e" providerId="ADAL" clId="{9BDDE7DB-8B59-4016-95BD-7367634F3211}" dt="2026-09-21T20:19:05.156" v="9671" actId="20577"/>
          <ac:spMkLst>
            <pc:docMk/>
            <pc:sldMk cId="794195714" sldId="2147482956"/>
            <ac:spMk id="2" creationId="{304EB2B1-BC7B-8A35-62FC-6321403E5345}"/>
          </ac:spMkLst>
        </pc:spChg>
        <pc:spChg chg="mod">
          <ac:chgData name="최인호" userId="b4efcb7a-706e-4704-a9c1-aa210034272e" providerId="ADAL" clId="{9BDDE7DB-8B59-4016-95BD-7367634F3211}" dt="2026-09-21T20:19:29.543" v="9820" actId="20577"/>
          <ac:spMkLst>
            <pc:docMk/>
            <pc:sldMk cId="794195714" sldId="2147482956"/>
            <ac:spMk id="3" creationId="{29E02DEC-5CC2-FBA8-05FC-41F6573E898D}"/>
          </ac:spMkLst>
        </pc:spChg>
        <pc:spChg chg="add mod">
          <ac:chgData name="최인호" userId="b4efcb7a-706e-4704-a9c1-aa210034272e" providerId="ADAL" clId="{9BDDE7DB-8B59-4016-95BD-7367634F3211}" dt="2026-09-21T20:18:42.397" v="9599" actId="1076"/>
          <ac:spMkLst>
            <pc:docMk/>
            <pc:sldMk cId="794195714" sldId="2147482956"/>
            <ac:spMk id="12" creationId="{416E3DBC-0ADC-56BA-0D82-8693BBCFE124}"/>
          </ac:spMkLst>
        </pc:spChg>
        <pc:spChg chg="add mod">
          <ac:chgData name="최인호" userId="b4efcb7a-706e-4704-a9c1-aa210034272e" providerId="ADAL" clId="{9BDDE7DB-8B59-4016-95BD-7367634F3211}" dt="2026-09-21T20:18:43.851" v="9600" actId="571"/>
          <ac:spMkLst>
            <pc:docMk/>
            <pc:sldMk cId="794195714" sldId="2147482956"/>
            <ac:spMk id="13" creationId="{4E017C0E-2745-7B0F-096B-CBFCB49EF7C3}"/>
          </ac:spMkLst>
        </pc:spChg>
        <pc:spChg chg="add mod">
          <ac:chgData name="최인호" userId="b4efcb7a-706e-4704-a9c1-aa210034272e" providerId="ADAL" clId="{9BDDE7DB-8B59-4016-95BD-7367634F3211}" dt="2026-09-21T20:19:38.808" v="9823" actId="1076"/>
          <ac:spMkLst>
            <pc:docMk/>
            <pc:sldMk cId="794195714" sldId="2147482956"/>
            <ac:spMk id="15" creationId="{18903707-19F9-75A6-8524-6D7A7343907E}"/>
          </ac:spMkLst>
        </pc:spChg>
        <pc:spChg chg="add mod">
          <ac:chgData name="최인호" userId="b4efcb7a-706e-4704-a9c1-aa210034272e" providerId="ADAL" clId="{9BDDE7DB-8B59-4016-95BD-7367634F3211}" dt="2026-09-21T20:19:42.891" v="9825" actId="14100"/>
          <ac:spMkLst>
            <pc:docMk/>
            <pc:sldMk cId="794195714" sldId="2147482956"/>
            <ac:spMk id="16" creationId="{C568AA13-5007-376B-B410-9D8B879FCC78}"/>
          </ac:spMkLst>
        </pc:spChg>
        <pc:spChg chg="add mod">
          <ac:chgData name="최인호" userId="b4efcb7a-706e-4704-a9c1-aa210034272e" providerId="ADAL" clId="{9BDDE7DB-8B59-4016-95BD-7367634F3211}" dt="2026-09-21T20:19:46.575" v="9827" actId="14100"/>
          <ac:spMkLst>
            <pc:docMk/>
            <pc:sldMk cId="794195714" sldId="2147482956"/>
            <ac:spMk id="17" creationId="{053CF519-EB6D-24AE-DD1B-86A7F89159C5}"/>
          </ac:spMkLst>
        </pc:spChg>
        <pc:spChg chg="add mod">
          <ac:chgData name="최인호" userId="b4efcb7a-706e-4704-a9c1-aa210034272e" providerId="ADAL" clId="{9BDDE7DB-8B59-4016-95BD-7367634F3211}" dt="2026-09-21T20:19:50.090" v="9829" actId="14100"/>
          <ac:spMkLst>
            <pc:docMk/>
            <pc:sldMk cId="794195714" sldId="2147482956"/>
            <ac:spMk id="18" creationId="{A7E5779C-3833-084F-9DFC-C309A6C308A6}"/>
          </ac:spMkLst>
        </pc:spChg>
        <pc:picChg chg="add mod">
          <ac:chgData name="최인호" userId="b4efcb7a-706e-4704-a9c1-aa210034272e" providerId="ADAL" clId="{9BDDE7DB-8B59-4016-95BD-7367634F3211}" dt="2026-09-21T20:17:00.453" v="9590" actId="208"/>
          <ac:picMkLst>
            <pc:docMk/>
            <pc:sldMk cId="794195714" sldId="2147482956"/>
            <ac:picMk id="6" creationId="{BEF7B839-E28D-A22D-5220-02F52A28F7BF}"/>
          </ac:picMkLst>
        </pc:picChg>
        <pc:picChg chg="add mod">
          <ac:chgData name="최인호" userId="b4efcb7a-706e-4704-a9c1-aa210034272e" providerId="ADAL" clId="{9BDDE7DB-8B59-4016-95BD-7367634F3211}" dt="2026-09-21T20:17:00.453" v="9590" actId="208"/>
          <ac:picMkLst>
            <pc:docMk/>
            <pc:sldMk cId="794195714" sldId="2147482956"/>
            <ac:picMk id="8" creationId="{D4B8DD97-C46F-0D3D-B623-96CD701D4EEA}"/>
          </ac:picMkLst>
        </pc:picChg>
        <pc:picChg chg="add mod">
          <ac:chgData name="최인호" userId="b4efcb7a-706e-4704-a9c1-aa210034272e" providerId="ADAL" clId="{9BDDE7DB-8B59-4016-95BD-7367634F3211}" dt="2026-09-21T20:17:00.453" v="9590" actId="208"/>
          <ac:picMkLst>
            <pc:docMk/>
            <pc:sldMk cId="794195714" sldId="2147482956"/>
            <ac:picMk id="10" creationId="{DFD45761-E4D7-1E27-A5BF-DDC3E027B447}"/>
          </ac:picMkLst>
        </pc:picChg>
      </pc:sldChg>
      <pc:sldChg chg="addSp modSp new mod">
        <pc:chgData name="최인호" userId="b4efcb7a-706e-4704-a9c1-aa210034272e" providerId="ADAL" clId="{9BDDE7DB-8B59-4016-95BD-7367634F3211}" dt="2026-09-21T20:21:11.880" v="10206" actId="20577"/>
        <pc:sldMkLst>
          <pc:docMk/>
          <pc:sldMk cId="2710438916" sldId="2147482957"/>
        </pc:sldMkLst>
        <pc:spChg chg="mod">
          <ac:chgData name="최인호" userId="b4efcb7a-706e-4704-a9c1-aa210034272e" providerId="ADAL" clId="{9BDDE7DB-8B59-4016-95BD-7367634F3211}" dt="2026-09-21T20:21:00.149" v="10171" actId="6549"/>
          <ac:spMkLst>
            <pc:docMk/>
            <pc:sldMk cId="2710438916" sldId="2147482957"/>
            <ac:spMk id="2" creationId="{5387EE8A-DEF4-8E75-09D9-7E7C9D8E35D8}"/>
          </ac:spMkLst>
        </pc:spChg>
        <pc:spChg chg="mod">
          <ac:chgData name="최인호" userId="b4efcb7a-706e-4704-a9c1-aa210034272e" providerId="ADAL" clId="{9BDDE7DB-8B59-4016-95BD-7367634F3211}" dt="2026-09-21T20:21:11.880" v="10206" actId="20577"/>
          <ac:spMkLst>
            <pc:docMk/>
            <pc:sldMk cId="2710438916" sldId="2147482957"/>
            <ac:spMk id="3" creationId="{E8D64DD7-D51B-B3C9-467E-9185FCBBC4EE}"/>
          </ac:spMkLst>
        </pc:spChg>
        <pc:picChg chg="add mod">
          <ac:chgData name="최인호" userId="b4efcb7a-706e-4704-a9c1-aa210034272e" providerId="ADAL" clId="{9BDDE7DB-8B59-4016-95BD-7367634F3211}" dt="2026-09-21T20:20:53.098" v="10131" actId="1076"/>
          <ac:picMkLst>
            <pc:docMk/>
            <pc:sldMk cId="2710438916" sldId="2147482957"/>
            <ac:picMk id="6" creationId="{0B9CAE89-B03F-1A3C-080F-911B657D4DA3}"/>
          </ac:picMkLst>
        </pc:picChg>
      </pc:sldChg>
      <pc:sldChg chg="addSp modSp new mod">
        <pc:chgData name="최인호" userId="b4efcb7a-706e-4704-a9c1-aa210034272e" providerId="ADAL" clId="{9BDDE7DB-8B59-4016-95BD-7367634F3211}" dt="2026-09-21T20:23:33.231" v="10494" actId="20577"/>
        <pc:sldMkLst>
          <pc:docMk/>
          <pc:sldMk cId="1556017057" sldId="2147482958"/>
        </pc:sldMkLst>
        <pc:spChg chg="mod">
          <ac:chgData name="최인호" userId="b4efcb7a-706e-4704-a9c1-aa210034272e" providerId="ADAL" clId="{9BDDE7DB-8B59-4016-95BD-7367634F3211}" dt="2026-09-21T20:23:12.836" v="10335" actId="20577"/>
          <ac:spMkLst>
            <pc:docMk/>
            <pc:sldMk cId="1556017057" sldId="2147482958"/>
            <ac:spMk id="2" creationId="{998256A7-1778-501C-6040-CF593CC27BBF}"/>
          </ac:spMkLst>
        </pc:spChg>
        <pc:spChg chg="mod">
          <ac:chgData name="최인호" userId="b4efcb7a-706e-4704-a9c1-aa210034272e" providerId="ADAL" clId="{9BDDE7DB-8B59-4016-95BD-7367634F3211}" dt="2026-09-21T20:23:33.231" v="10494" actId="20577"/>
          <ac:spMkLst>
            <pc:docMk/>
            <pc:sldMk cId="1556017057" sldId="2147482958"/>
            <ac:spMk id="3" creationId="{D19BAD9C-A4A0-CF0B-D61B-052271880A4A}"/>
          </ac:spMkLst>
        </pc:spChg>
        <pc:spChg chg="add mod">
          <ac:chgData name="최인호" userId="b4efcb7a-706e-4704-a9c1-aa210034272e" providerId="ADAL" clId="{9BDDE7DB-8B59-4016-95BD-7367634F3211}" dt="2026-09-21T20:22:14.221" v="10229" actId="1036"/>
          <ac:spMkLst>
            <pc:docMk/>
            <pc:sldMk cId="1556017057" sldId="2147482958"/>
            <ac:spMk id="8" creationId="{423F4F7D-C364-4512-CD02-4071065A1BEE}"/>
          </ac:spMkLst>
        </pc:spChg>
        <pc:spChg chg="add mod">
          <ac:chgData name="최인호" userId="b4efcb7a-706e-4704-a9c1-aa210034272e" providerId="ADAL" clId="{9BDDE7DB-8B59-4016-95BD-7367634F3211}" dt="2026-09-21T20:22:45.871" v="10295" actId="14100"/>
          <ac:spMkLst>
            <pc:docMk/>
            <pc:sldMk cId="1556017057" sldId="2147482958"/>
            <ac:spMk id="12" creationId="{F59DC077-399B-D8A8-6406-2CE84D7BBE32}"/>
          </ac:spMkLst>
        </pc:spChg>
        <pc:picChg chg="add mod">
          <ac:chgData name="최인호" userId="b4efcb7a-706e-4704-a9c1-aa210034272e" providerId="ADAL" clId="{9BDDE7DB-8B59-4016-95BD-7367634F3211}" dt="2026-09-21T20:22:08.566" v="10214" actId="1076"/>
          <ac:picMkLst>
            <pc:docMk/>
            <pc:sldMk cId="1556017057" sldId="2147482958"/>
            <ac:picMk id="6" creationId="{E86B5F14-BEC8-0738-2BD6-EC0A5654DC3F}"/>
          </ac:picMkLst>
        </pc:picChg>
        <pc:picChg chg="add mod">
          <ac:chgData name="최인호" userId="b4efcb7a-706e-4704-a9c1-aa210034272e" providerId="ADAL" clId="{9BDDE7DB-8B59-4016-95BD-7367634F3211}" dt="2026-09-21T20:22:46.574" v="10297" actId="1076"/>
          <ac:picMkLst>
            <pc:docMk/>
            <pc:sldMk cId="1556017057" sldId="2147482958"/>
            <ac:picMk id="10" creationId="{61B5ECFD-15E4-4062-FA15-425A82D842B7}"/>
          </ac:picMkLst>
        </pc:picChg>
      </pc:sldChg>
      <pc:sldChg chg="delSp modSp add mod">
        <pc:chgData name="최인호" userId="b4efcb7a-706e-4704-a9c1-aa210034272e" providerId="ADAL" clId="{9BDDE7DB-8B59-4016-95BD-7367634F3211}" dt="2026-09-21T20:28:17.374" v="11545" actId="20577"/>
        <pc:sldMkLst>
          <pc:docMk/>
          <pc:sldMk cId="2934171167" sldId="2147482959"/>
        </pc:sldMkLst>
        <pc:spChg chg="mod">
          <ac:chgData name="최인호" userId="b4efcb7a-706e-4704-a9c1-aa210034272e" providerId="ADAL" clId="{9BDDE7DB-8B59-4016-95BD-7367634F3211}" dt="2026-09-21T20:27:05.747" v="11317" actId="20577"/>
          <ac:spMkLst>
            <pc:docMk/>
            <pc:sldMk cId="2934171167" sldId="2147482959"/>
            <ac:spMk id="2" creationId="{1D684C72-8487-8E2E-CBBE-8B47548077B8}"/>
          </ac:spMkLst>
        </pc:spChg>
        <pc:spChg chg="mod">
          <ac:chgData name="최인호" userId="b4efcb7a-706e-4704-a9c1-aa210034272e" providerId="ADAL" clId="{9BDDE7DB-8B59-4016-95BD-7367634F3211}" dt="2026-09-21T20:28:17.374" v="11545" actId="20577"/>
          <ac:spMkLst>
            <pc:docMk/>
            <pc:sldMk cId="2934171167" sldId="2147482959"/>
            <ac:spMk id="3" creationId="{4247054C-C2BA-420B-1AB5-0C6413F73D6B}"/>
          </ac:spMkLst>
        </pc:spChg>
        <pc:spChg chg="del">
          <ac:chgData name="최인호" userId="b4efcb7a-706e-4704-a9c1-aa210034272e" providerId="ADAL" clId="{9BDDE7DB-8B59-4016-95BD-7367634F3211}" dt="2026-09-21T20:24:30.583" v="10802" actId="21"/>
          <ac:spMkLst>
            <pc:docMk/>
            <pc:sldMk cId="2934171167" sldId="2147482959"/>
            <ac:spMk id="8" creationId="{B6DF6B52-EE71-C547-8C33-66CE0DA26E1E}"/>
          </ac:spMkLst>
        </pc:spChg>
        <pc:spChg chg="del">
          <ac:chgData name="최인호" userId="b4efcb7a-706e-4704-a9c1-aa210034272e" providerId="ADAL" clId="{9BDDE7DB-8B59-4016-95BD-7367634F3211}" dt="2026-09-21T20:25:04.318" v="10991" actId="21"/>
          <ac:spMkLst>
            <pc:docMk/>
            <pc:sldMk cId="2934171167" sldId="2147482959"/>
            <ac:spMk id="12" creationId="{66B24FCA-5711-A833-CED2-8C0359CA4DBA}"/>
          </ac:spMkLst>
        </pc:spChg>
        <pc:picChg chg="del">
          <ac:chgData name="최인호" userId="b4efcb7a-706e-4704-a9c1-aa210034272e" providerId="ADAL" clId="{9BDDE7DB-8B59-4016-95BD-7367634F3211}" dt="2026-09-21T20:24:29.974" v="10801" actId="21"/>
          <ac:picMkLst>
            <pc:docMk/>
            <pc:sldMk cId="2934171167" sldId="2147482959"/>
            <ac:picMk id="6" creationId="{D6410A20-5FDE-D662-F75E-A5AEF33EFFC8}"/>
          </ac:picMkLst>
        </pc:picChg>
        <pc:picChg chg="del">
          <ac:chgData name="최인호" userId="b4efcb7a-706e-4704-a9c1-aa210034272e" providerId="ADAL" clId="{9BDDE7DB-8B59-4016-95BD-7367634F3211}" dt="2026-09-21T20:25:04.318" v="10991" actId="21"/>
          <ac:picMkLst>
            <pc:docMk/>
            <pc:sldMk cId="2934171167" sldId="2147482959"/>
            <ac:picMk id="10" creationId="{60745894-828A-3892-5BF8-E5970031A7DF}"/>
          </ac:picMkLst>
        </pc:picChg>
      </pc:sldChg>
      <pc:sldChg chg="addSp delSp modSp new mod">
        <pc:chgData name="최인호" userId="b4efcb7a-706e-4704-a9c1-aa210034272e" providerId="ADAL" clId="{9BDDE7DB-8B59-4016-95BD-7367634F3211}" dt="2026-09-21T21:00:16.966" v="13913" actId="21"/>
        <pc:sldMkLst>
          <pc:docMk/>
          <pc:sldMk cId="3414629776" sldId="2147482960"/>
        </pc:sldMkLst>
        <pc:spChg chg="mod">
          <ac:chgData name="최인호" userId="b4efcb7a-706e-4704-a9c1-aa210034272e" providerId="ADAL" clId="{9BDDE7DB-8B59-4016-95BD-7367634F3211}" dt="2026-09-21T20:32:43.164" v="11659" actId="20577"/>
          <ac:spMkLst>
            <pc:docMk/>
            <pc:sldMk cId="3414629776" sldId="2147482960"/>
            <ac:spMk id="2" creationId="{FC7D9A63-5DD0-3ECD-1AD3-786373F4EA93}"/>
          </ac:spMkLst>
        </pc:spChg>
        <pc:spChg chg="add del mod">
          <ac:chgData name="최인호" userId="b4efcb7a-706e-4704-a9c1-aa210034272e" providerId="ADAL" clId="{9BDDE7DB-8B59-4016-95BD-7367634F3211}" dt="2026-09-21T20:33:36.966" v="11950" actId="6549"/>
          <ac:spMkLst>
            <pc:docMk/>
            <pc:sldMk cId="3414629776" sldId="2147482960"/>
            <ac:spMk id="3" creationId="{E629DFFF-26BB-64B9-8BBA-5C95A837662B}"/>
          </ac:spMkLst>
        </pc:spChg>
        <pc:spChg chg="add del mod">
          <ac:chgData name="최인호" userId="b4efcb7a-706e-4704-a9c1-aa210034272e" providerId="ADAL" clId="{9BDDE7DB-8B59-4016-95BD-7367634F3211}" dt="2026-09-21T20:59:56.982" v="13875" actId="21"/>
          <ac:spMkLst>
            <pc:docMk/>
            <pc:sldMk cId="3414629776" sldId="2147482960"/>
            <ac:spMk id="10" creationId="{C5853C4C-91EC-CDDA-BF27-7DC31441D7F1}"/>
          </ac:spMkLst>
        </pc:spChg>
        <pc:spChg chg="add del mod">
          <ac:chgData name="최인호" userId="b4efcb7a-706e-4704-a9c1-aa210034272e" providerId="ADAL" clId="{9BDDE7DB-8B59-4016-95BD-7367634F3211}" dt="2026-09-21T20:40:48.318" v="12536" actId="1076"/>
          <ac:spMkLst>
            <pc:docMk/>
            <pc:sldMk cId="3414629776" sldId="2147482960"/>
            <ac:spMk id="14" creationId="{308E4B8A-49FB-F094-80A0-E53DC701352B}"/>
          </ac:spMkLst>
        </pc:spChg>
        <pc:spChg chg="add del mod">
          <ac:chgData name="최인호" userId="b4efcb7a-706e-4704-a9c1-aa210034272e" providerId="ADAL" clId="{9BDDE7DB-8B59-4016-95BD-7367634F3211}" dt="2026-09-21T20:47:26.799" v="13105" actId="21"/>
          <ac:spMkLst>
            <pc:docMk/>
            <pc:sldMk cId="3414629776" sldId="2147482960"/>
            <ac:spMk id="16" creationId="{5E0C2048-D72D-B65A-7863-B03D72DBF8AC}"/>
          </ac:spMkLst>
        </pc:spChg>
        <pc:spChg chg="add del mod">
          <ac:chgData name="최인호" userId="b4efcb7a-706e-4704-a9c1-aa210034272e" providerId="ADAL" clId="{9BDDE7DB-8B59-4016-95BD-7367634F3211}" dt="2026-09-21T20:47:26.799" v="13105" actId="21"/>
          <ac:spMkLst>
            <pc:docMk/>
            <pc:sldMk cId="3414629776" sldId="2147482960"/>
            <ac:spMk id="17" creationId="{7ED1A530-5EDC-1B49-DB37-2A7415A8F302}"/>
          </ac:spMkLst>
        </pc:spChg>
        <pc:spChg chg="add mod">
          <ac:chgData name="최인호" userId="b4efcb7a-706e-4704-a9c1-aa210034272e" providerId="ADAL" clId="{9BDDE7DB-8B59-4016-95BD-7367634F3211}" dt="2026-09-21T20:34:00.259" v="11962" actId="14100"/>
          <ac:spMkLst>
            <pc:docMk/>
            <pc:sldMk cId="3414629776" sldId="2147482960"/>
            <ac:spMk id="18" creationId="{E10B6F02-32C8-560D-3E07-DC4F873CC372}"/>
          </ac:spMkLst>
        </pc:spChg>
        <pc:spChg chg="add mod">
          <ac:chgData name="최인호" userId="b4efcb7a-706e-4704-a9c1-aa210034272e" providerId="ADAL" clId="{9BDDE7DB-8B59-4016-95BD-7367634F3211}" dt="2026-09-21T20:47:30.295" v="13108" actId="14100"/>
          <ac:spMkLst>
            <pc:docMk/>
            <pc:sldMk cId="3414629776" sldId="2147482960"/>
            <ac:spMk id="22" creationId="{5A1CBFDC-AD1E-20B3-63CE-3E542F2D3016}"/>
          </ac:spMkLst>
        </pc:spChg>
        <pc:spChg chg="add mod">
          <ac:chgData name="최인호" userId="b4efcb7a-706e-4704-a9c1-aa210034272e" providerId="ADAL" clId="{9BDDE7DB-8B59-4016-95BD-7367634F3211}" dt="2026-09-21T20:47:40.269" v="13112" actId="14100"/>
          <ac:spMkLst>
            <pc:docMk/>
            <pc:sldMk cId="3414629776" sldId="2147482960"/>
            <ac:spMk id="24" creationId="{4A2BCEC5-9F08-71BD-C5C8-72B061A6CB8A}"/>
          </ac:spMkLst>
        </pc:spChg>
        <pc:spChg chg="add del mod">
          <ac:chgData name="최인호" userId="b4efcb7a-706e-4704-a9c1-aa210034272e" providerId="ADAL" clId="{9BDDE7DB-8B59-4016-95BD-7367634F3211}" dt="2026-09-21T21:00:16.966" v="13913" actId="21"/>
          <ac:spMkLst>
            <pc:docMk/>
            <pc:sldMk cId="3414629776" sldId="2147482960"/>
            <ac:spMk id="27" creationId="{EBD80C90-2991-3D9B-F058-34E70AA99649}"/>
          </ac:spMkLst>
        </pc:spChg>
        <pc:spChg chg="add mod">
          <ac:chgData name="최인호" userId="b4efcb7a-706e-4704-a9c1-aa210034272e" providerId="ADAL" clId="{9BDDE7DB-8B59-4016-95BD-7367634F3211}" dt="2026-09-21T21:00:01.434" v="13893" actId="20577"/>
          <ac:spMkLst>
            <pc:docMk/>
            <pc:sldMk cId="3414629776" sldId="2147482960"/>
            <ac:spMk id="31" creationId="{31DE713E-D002-E823-99DD-E0930788F034}"/>
          </ac:spMkLst>
        </pc:spChg>
        <pc:picChg chg="add del mod">
          <ac:chgData name="최인호" userId="b4efcb7a-706e-4704-a9c1-aa210034272e" providerId="ADAL" clId="{9BDDE7DB-8B59-4016-95BD-7367634F3211}" dt="2026-09-21T20:47:25.702" v="13104" actId="21"/>
          <ac:picMkLst>
            <pc:docMk/>
            <pc:sldMk cId="3414629776" sldId="2147482960"/>
            <ac:picMk id="6" creationId="{50D32247-F6DD-9038-386A-8D7CA7AC77AA}"/>
          </ac:picMkLst>
        </pc:picChg>
        <pc:picChg chg="add del mod">
          <ac:chgData name="최인호" userId="b4efcb7a-706e-4704-a9c1-aa210034272e" providerId="ADAL" clId="{9BDDE7DB-8B59-4016-95BD-7367634F3211}" dt="2026-09-21T20:59:56.982" v="13875" actId="21"/>
          <ac:picMkLst>
            <pc:docMk/>
            <pc:sldMk cId="3414629776" sldId="2147482960"/>
            <ac:picMk id="8" creationId="{E62C35FE-A8CB-5899-AD02-C9BD75BF3B6E}"/>
          </ac:picMkLst>
        </pc:picChg>
        <pc:picChg chg="add mod">
          <ac:chgData name="최인호" userId="b4efcb7a-706e-4704-a9c1-aa210034272e" providerId="ADAL" clId="{9BDDE7DB-8B59-4016-95BD-7367634F3211}" dt="2026-09-21T20:33:40.099" v="11951" actId="1076"/>
          <ac:picMkLst>
            <pc:docMk/>
            <pc:sldMk cId="3414629776" sldId="2147482960"/>
            <ac:picMk id="12" creationId="{C1C53A9C-5068-5FC2-7994-79F91EF72608}"/>
          </ac:picMkLst>
        </pc:picChg>
        <pc:picChg chg="add mod">
          <ac:chgData name="최인호" userId="b4efcb7a-706e-4704-a9c1-aa210034272e" providerId="ADAL" clId="{9BDDE7DB-8B59-4016-95BD-7367634F3211}" dt="2026-09-21T20:52:50.225" v="13410" actId="208"/>
          <ac:picMkLst>
            <pc:docMk/>
            <pc:sldMk cId="3414629776" sldId="2147482960"/>
            <ac:picMk id="20" creationId="{C031FB54-6BAF-A0B1-5FA6-6C117591C83B}"/>
          </ac:picMkLst>
        </pc:picChg>
        <pc:picChg chg="add mod">
          <ac:chgData name="최인호" userId="b4efcb7a-706e-4704-a9c1-aa210034272e" providerId="ADAL" clId="{9BDDE7DB-8B59-4016-95BD-7367634F3211}" dt="2026-09-21T20:59:57.579" v="13877" actId="1076"/>
          <ac:picMkLst>
            <pc:docMk/>
            <pc:sldMk cId="3414629776" sldId="2147482960"/>
            <ac:picMk id="29" creationId="{6738A9F7-D7EC-B8DD-BC76-712CF31C661A}"/>
          </ac:picMkLst>
        </pc:picChg>
        <pc:cxnChg chg="add del mod">
          <ac:chgData name="최인호" userId="b4efcb7a-706e-4704-a9c1-aa210034272e" providerId="ADAL" clId="{9BDDE7DB-8B59-4016-95BD-7367634F3211}" dt="2026-09-21T21:00:16.966" v="13913" actId="21"/>
          <ac:cxnSpMkLst>
            <pc:docMk/>
            <pc:sldMk cId="3414629776" sldId="2147482960"/>
            <ac:cxnSpMk id="26" creationId="{B1AD28EE-5A86-510E-8D42-B97704771230}"/>
          </ac:cxnSpMkLst>
        </pc:cxnChg>
      </pc:sldChg>
      <pc:sldChg chg="addSp delSp modSp new mod">
        <pc:chgData name="최인호" userId="b4efcb7a-706e-4704-a9c1-aa210034272e" providerId="ADAL" clId="{9BDDE7DB-8B59-4016-95BD-7367634F3211}" dt="2026-09-21T20:36:33.258" v="12169" actId="21"/>
        <pc:sldMkLst>
          <pc:docMk/>
          <pc:sldMk cId="2819793280" sldId="2147482961"/>
        </pc:sldMkLst>
        <pc:spChg chg="mod">
          <ac:chgData name="최인호" userId="b4efcb7a-706e-4704-a9c1-aa210034272e" providerId="ADAL" clId="{9BDDE7DB-8B59-4016-95BD-7367634F3211}" dt="2026-09-21T20:35:22.059" v="12007" actId="20577"/>
          <ac:spMkLst>
            <pc:docMk/>
            <pc:sldMk cId="2819793280" sldId="2147482961"/>
            <ac:spMk id="2" creationId="{E3E5C024-C646-9EF3-C87A-61E0127AAF8C}"/>
          </ac:spMkLst>
        </pc:spChg>
        <pc:spChg chg="mod">
          <ac:chgData name="최인호" userId="b4efcb7a-706e-4704-a9c1-aa210034272e" providerId="ADAL" clId="{9BDDE7DB-8B59-4016-95BD-7367634F3211}" dt="2026-09-21T20:35:53.515" v="12151" actId="20577"/>
          <ac:spMkLst>
            <pc:docMk/>
            <pc:sldMk cId="2819793280" sldId="2147482961"/>
            <ac:spMk id="3" creationId="{BD999E01-A843-E6B0-679C-D2186BC5B2E9}"/>
          </ac:spMkLst>
        </pc:spChg>
        <pc:spChg chg="add mod topLvl">
          <ac:chgData name="최인호" userId="b4efcb7a-706e-4704-a9c1-aa210034272e" providerId="ADAL" clId="{9BDDE7DB-8B59-4016-95BD-7367634F3211}" dt="2026-09-21T20:36:24.294" v="12163" actId="1076"/>
          <ac:spMkLst>
            <pc:docMk/>
            <pc:sldMk cId="2819793280" sldId="2147482961"/>
            <ac:spMk id="10" creationId="{06F42CC1-E2CA-A8C5-945B-CB83F07F88F4}"/>
          </ac:spMkLst>
        </pc:spChg>
        <pc:spChg chg="add del mod">
          <ac:chgData name="최인호" userId="b4efcb7a-706e-4704-a9c1-aa210034272e" providerId="ADAL" clId="{9BDDE7DB-8B59-4016-95BD-7367634F3211}" dt="2026-09-21T20:36:33.258" v="12169" actId="21"/>
          <ac:spMkLst>
            <pc:docMk/>
            <pc:sldMk cId="2819793280" sldId="2147482961"/>
            <ac:spMk id="14" creationId="{BCFFDFA2-FDAB-81D7-878B-4487152E2CB0}"/>
          </ac:spMkLst>
        </pc:spChg>
        <pc:grpChg chg="add del mod">
          <ac:chgData name="최인호" userId="b4efcb7a-706e-4704-a9c1-aa210034272e" providerId="ADAL" clId="{9BDDE7DB-8B59-4016-95BD-7367634F3211}" dt="2026-09-21T20:36:23.363" v="12161" actId="165"/>
          <ac:grpSpMkLst>
            <pc:docMk/>
            <pc:sldMk cId="2819793280" sldId="2147482961"/>
            <ac:grpSpMk id="13" creationId="{48F40DD7-D155-B071-2310-89DA8B7666EF}"/>
          </ac:grpSpMkLst>
        </pc:grpChg>
        <pc:picChg chg="add mod topLvl">
          <ac:chgData name="최인호" userId="b4efcb7a-706e-4704-a9c1-aa210034272e" providerId="ADAL" clId="{9BDDE7DB-8B59-4016-95BD-7367634F3211}" dt="2026-09-21T20:36:24.294" v="12163" actId="1076"/>
          <ac:picMkLst>
            <pc:docMk/>
            <pc:sldMk cId="2819793280" sldId="2147482961"/>
            <ac:picMk id="6" creationId="{4E8169AA-A851-9647-116B-5B6F77DA8F07}"/>
          </ac:picMkLst>
        </pc:picChg>
        <pc:picChg chg="add del">
          <ac:chgData name="최인호" userId="b4efcb7a-706e-4704-a9c1-aa210034272e" providerId="ADAL" clId="{9BDDE7DB-8B59-4016-95BD-7367634F3211}" dt="2026-09-21T20:34:54.046" v="11968" actId="22"/>
          <ac:picMkLst>
            <pc:docMk/>
            <pc:sldMk cId="2819793280" sldId="2147482961"/>
            <ac:picMk id="8" creationId="{8403A5CB-AB17-F0CB-D631-6D694AC215C1}"/>
          </ac:picMkLst>
        </pc:picChg>
        <pc:picChg chg="add mod topLvl">
          <ac:chgData name="최인호" userId="b4efcb7a-706e-4704-a9c1-aa210034272e" providerId="ADAL" clId="{9BDDE7DB-8B59-4016-95BD-7367634F3211}" dt="2026-09-21T20:36:29.070" v="12167" actId="14100"/>
          <ac:picMkLst>
            <pc:docMk/>
            <pc:sldMk cId="2819793280" sldId="2147482961"/>
            <ac:picMk id="12" creationId="{7E86FA0D-59A6-C0A7-117D-E8991D8ACCFF}"/>
          </ac:picMkLst>
        </pc:picChg>
      </pc:sldChg>
      <pc:sldChg chg="addSp modSp add mod">
        <pc:chgData name="최인호" userId="b4efcb7a-706e-4704-a9c1-aa210034272e" providerId="ADAL" clId="{9BDDE7DB-8B59-4016-95BD-7367634F3211}" dt="2026-09-22T06:59:54.740" v="21164" actId="20577"/>
        <pc:sldMkLst>
          <pc:docMk/>
          <pc:sldMk cId="2729189274" sldId="2147482962"/>
        </pc:sldMkLst>
        <pc:spChg chg="add mod">
          <ac:chgData name="최인호" userId="b4efcb7a-706e-4704-a9c1-aa210034272e" providerId="ADAL" clId="{9BDDE7DB-8B59-4016-95BD-7367634F3211}" dt="2026-09-22T06:59:54.740" v="21164" actId="20577"/>
          <ac:spMkLst>
            <pc:docMk/>
            <pc:sldMk cId="2729189274" sldId="2147482962"/>
            <ac:spMk id="6" creationId="{79F621CC-BCB1-C4DD-E139-2B9D1823D079}"/>
          </ac:spMkLst>
        </pc:spChg>
      </pc:sldChg>
      <pc:sldChg chg="addSp delSp modSp add del mod">
        <pc:chgData name="최인호" userId="b4efcb7a-706e-4704-a9c1-aa210034272e" providerId="ADAL" clId="{9BDDE7DB-8B59-4016-95BD-7367634F3211}" dt="2026-09-21T21:13:19.535" v="14864" actId="2696"/>
        <pc:sldMkLst>
          <pc:docMk/>
          <pc:sldMk cId="3037507144" sldId="2147482962"/>
        </pc:sldMkLst>
        <pc:spChg chg="mod">
          <ac:chgData name="최인호" userId="b4efcb7a-706e-4704-a9c1-aa210034272e" providerId="ADAL" clId="{9BDDE7DB-8B59-4016-95BD-7367634F3211}" dt="2026-09-21T20:42:24.031" v="12612" actId="21"/>
          <ac:spMkLst>
            <pc:docMk/>
            <pc:sldMk cId="3037507144" sldId="2147482962"/>
            <ac:spMk id="2" creationId="{3C6119C3-EBF9-487A-65D4-A555C2906976}"/>
          </ac:spMkLst>
        </pc:spChg>
        <pc:spChg chg="mod">
          <ac:chgData name="최인호" userId="b4efcb7a-706e-4704-a9c1-aa210034272e" providerId="ADAL" clId="{9BDDE7DB-8B59-4016-95BD-7367634F3211}" dt="2026-09-21T20:39:53.879" v="12375" actId="20577"/>
          <ac:spMkLst>
            <pc:docMk/>
            <pc:sldMk cId="3037507144" sldId="2147482962"/>
            <ac:spMk id="3" creationId="{5DFE2186-215D-4B66-C887-AB89D78774C3}"/>
          </ac:spMkLst>
        </pc:spChg>
        <pc:spChg chg="add mod">
          <ac:chgData name="최인호" userId="b4efcb7a-706e-4704-a9c1-aa210034272e" providerId="ADAL" clId="{9BDDE7DB-8B59-4016-95BD-7367634F3211}" dt="2026-09-21T20:44:26.617" v="13020" actId="1076"/>
          <ac:spMkLst>
            <pc:docMk/>
            <pc:sldMk cId="3037507144" sldId="2147482962"/>
            <ac:spMk id="7" creationId="{DE407FBB-6765-931F-D573-B6603AD577B9}"/>
          </ac:spMkLst>
        </pc:spChg>
        <pc:spChg chg="del">
          <ac:chgData name="최인호" userId="b4efcb7a-706e-4704-a9c1-aa210034272e" providerId="ADAL" clId="{9BDDE7DB-8B59-4016-95BD-7367634F3211}" dt="2026-09-21T20:39:55.662" v="12377" actId="21"/>
          <ac:spMkLst>
            <pc:docMk/>
            <pc:sldMk cId="3037507144" sldId="2147482962"/>
            <ac:spMk id="8" creationId="{238CCD0E-8E62-88B6-E6BA-B58D166223E9}"/>
          </ac:spMkLst>
        </pc:spChg>
        <pc:spChg chg="mod">
          <ac:chgData name="최인호" userId="b4efcb7a-706e-4704-a9c1-aa210034272e" providerId="ADAL" clId="{9BDDE7DB-8B59-4016-95BD-7367634F3211}" dt="2026-09-21T20:44:26.617" v="13020" actId="1076"/>
          <ac:spMkLst>
            <pc:docMk/>
            <pc:sldMk cId="3037507144" sldId="2147482962"/>
            <ac:spMk id="12" creationId="{F382D044-CCB8-02DE-EC74-47479292C4C8}"/>
          </ac:spMkLst>
        </pc:spChg>
        <pc:spChg chg="add del mod">
          <ac:chgData name="최인호" userId="b4efcb7a-706e-4704-a9c1-aa210034272e" providerId="ADAL" clId="{9BDDE7DB-8B59-4016-95BD-7367634F3211}" dt="2026-09-21T21:06:44.893" v="14431" actId="21"/>
          <ac:spMkLst>
            <pc:docMk/>
            <pc:sldMk cId="3037507144" sldId="2147482962"/>
            <ac:spMk id="16" creationId="{39264847-0CCB-1F73-09C7-FFA3727B2540}"/>
          </ac:spMkLst>
        </pc:spChg>
        <pc:picChg chg="del">
          <ac:chgData name="최인호" userId="b4efcb7a-706e-4704-a9c1-aa210034272e" providerId="ADAL" clId="{9BDDE7DB-8B59-4016-95BD-7367634F3211}" dt="2026-09-21T20:39:55.026" v="12376" actId="21"/>
          <ac:picMkLst>
            <pc:docMk/>
            <pc:sldMk cId="3037507144" sldId="2147482962"/>
            <ac:picMk id="6" creationId="{2AE71774-6856-3320-BCA9-541C54325F90}"/>
          </ac:picMkLst>
        </pc:picChg>
        <pc:picChg chg="mod">
          <ac:chgData name="최인호" userId="b4efcb7a-706e-4704-a9c1-aa210034272e" providerId="ADAL" clId="{9BDDE7DB-8B59-4016-95BD-7367634F3211}" dt="2026-09-21T20:44:26.617" v="13020" actId="1076"/>
          <ac:picMkLst>
            <pc:docMk/>
            <pc:sldMk cId="3037507144" sldId="2147482962"/>
            <ac:picMk id="10" creationId="{1049534B-97ED-7286-DEAD-A39759C3E038}"/>
          </ac:picMkLst>
        </pc:picChg>
        <pc:picChg chg="add del mod">
          <ac:chgData name="최인호" userId="b4efcb7a-706e-4704-a9c1-aa210034272e" providerId="ADAL" clId="{9BDDE7DB-8B59-4016-95BD-7367634F3211}" dt="2026-09-21T20:49:10.959" v="13114" actId="21"/>
          <ac:picMkLst>
            <pc:docMk/>
            <pc:sldMk cId="3037507144" sldId="2147482962"/>
            <ac:picMk id="11" creationId="{E449A989-B084-1BA5-7C82-B56B964ED791}"/>
          </ac:picMkLst>
        </pc:picChg>
        <pc:picChg chg="add mod">
          <ac:chgData name="최인호" userId="b4efcb7a-706e-4704-a9c1-aa210034272e" providerId="ADAL" clId="{9BDDE7DB-8B59-4016-95BD-7367634F3211}" dt="2026-09-21T20:49:14.225" v="13117" actId="208"/>
          <ac:picMkLst>
            <pc:docMk/>
            <pc:sldMk cId="3037507144" sldId="2147482962"/>
            <ac:picMk id="14" creationId="{E129DBBD-757B-25E2-C55A-C6514FEDF7F3}"/>
          </ac:picMkLst>
        </pc:picChg>
      </pc:sldChg>
      <pc:sldChg chg="addSp delSp modSp add del mod">
        <pc:chgData name="최인호" userId="b4efcb7a-706e-4704-a9c1-aa210034272e" providerId="ADAL" clId="{9BDDE7DB-8B59-4016-95BD-7367634F3211}" dt="2026-09-21T21:13:19.535" v="14864" actId="2696"/>
        <pc:sldMkLst>
          <pc:docMk/>
          <pc:sldMk cId="2557774098" sldId="2147482963"/>
        </pc:sldMkLst>
        <pc:spChg chg="mod">
          <ac:chgData name="최인호" userId="b4efcb7a-706e-4704-a9c1-aa210034272e" providerId="ADAL" clId="{9BDDE7DB-8B59-4016-95BD-7367634F3211}" dt="2026-09-21T20:43:55.393" v="12893" actId="6549"/>
          <ac:spMkLst>
            <pc:docMk/>
            <pc:sldMk cId="2557774098" sldId="2147482963"/>
            <ac:spMk id="2" creationId="{C750E48F-A50E-A3A9-451D-D0457EF3C7C9}"/>
          </ac:spMkLst>
        </pc:spChg>
        <pc:spChg chg="mod">
          <ac:chgData name="최인호" userId="b4efcb7a-706e-4704-a9c1-aa210034272e" providerId="ADAL" clId="{9BDDE7DB-8B59-4016-95BD-7367634F3211}" dt="2026-09-21T21:11:21.068" v="14807" actId="20577"/>
          <ac:spMkLst>
            <pc:docMk/>
            <pc:sldMk cId="2557774098" sldId="2147482963"/>
            <ac:spMk id="3" creationId="{20CBC77D-B58E-77F0-B9BB-6F042D8FB79D}"/>
          </ac:spMkLst>
        </pc:spChg>
        <pc:spChg chg="mod">
          <ac:chgData name="최인호" userId="b4efcb7a-706e-4704-a9c1-aa210034272e" providerId="ADAL" clId="{9BDDE7DB-8B59-4016-95BD-7367634F3211}" dt="2026-09-21T21:10:54.300" v="14698" actId="1076"/>
          <ac:spMkLst>
            <pc:docMk/>
            <pc:sldMk cId="2557774098" sldId="2147482963"/>
            <ac:spMk id="7" creationId="{2516AA1A-209E-9437-AAC6-E13A4C3566EF}"/>
          </ac:spMkLst>
        </pc:spChg>
        <pc:spChg chg="del">
          <ac:chgData name="최인호" userId="b4efcb7a-706e-4704-a9c1-aa210034272e" providerId="ADAL" clId="{9BDDE7DB-8B59-4016-95BD-7367634F3211}" dt="2026-09-21T20:45:19.051" v="13029" actId="21"/>
          <ac:spMkLst>
            <pc:docMk/>
            <pc:sldMk cId="2557774098" sldId="2147482963"/>
            <ac:spMk id="12" creationId="{7BFBE9F9-9DEB-C278-A9E1-0613189A5114}"/>
          </ac:spMkLst>
        </pc:spChg>
        <pc:spChg chg="add del mod">
          <ac:chgData name="최인호" userId="b4efcb7a-706e-4704-a9c1-aa210034272e" providerId="ADAL" clId="{9BDDE7DB-8B59-4016-95BD-7367634F3211}" dt="2026-09-21T20:49:22.175" v="13126" actId="21"/>
          <ac:spMkLst>
            <pc:docMk/>
            <pc:sldMk cId="2557774098" sldId="2147482963"/>
            <ac:spMk id="13" creationId="{1D45CE00-A411-D00A-6DE6-8F4C58E6D770}"/>
          </ac:spMkLst>
        </pc:spChg>
        <pc:spChg chg="add del mod">
          <ac:chgData name="최인호" userId="b4efcb7a-706e-4704-a9c1-aa210034272e" providerId="ADAL" clId="{9BDDE7DB-8B59-4016-95BD-7367634F3211}" dt="2026-09-21T21:05:21.411" v="14215" actId="21"/>
          <ac:spMkLst>
            <pc:docMk/>
            <pc:sldMk cId="2557774098" sldId="2147482963"/>
            <ac:spMk id="14" creationId="{85BD5851-6C0C-6BCD-E529-24C80C86BE6C}"/>
          </ac:spMkLst>
        </pc:spChg>
        <pc:spChg chg="add mod">
          <ac:chgData name="최인호" userId="b4efcb7a-706e-4704-a9c1-aa210034272e" providerId="ADAL" clId="{9BDDE7DB-8B59-4016-95BD-7367634F3211}" dt="2026-09-21T20:45:42.373" v="13043" actId="571"/>
          <ac:spMkLst>
            <pc:docMk/>
            <pc:sldMk cId="2557774098" sldId="2147482963"/>
            <ac:spMk id="16" creationId="{C458B588-E95D-C132-5F3A-7B930244C308}"/>
          </ac:spMkLst>
        </pc:spChg>
        <pc:spChg chg="add del mod">
          <ac:chgData name="최인호" userId="b4efcb7a-706e-4704-a9c1-aa210034272e" providerId="ADAL" clId="{9BDDE7DB-8B59-4016-95BD-7367634F3211}" dt="2026-09-21T21:05:49.941" v="14275" actId="21"/>
          <ac:spMkLst>
            <pc:docMk/>
            <pc:sldMk cId="2557774098" sldId="2147482963"/>
            <ac:spMk id="17" creationId="{870A8775-980C-335A-87EE-9264728972D8}"/>
          </ac:spMkLst>
        </pc:spChg>
        <pc:spChg chg="add del mod">
          <ac:chgData name="최인호" userId="b4efcb7a-706e-4704-a9c1-aa210034272e" providerId="ADAL" clId="{9BDDE7DB-8B59-4016-95BD-7367634F3211}" dt="2026-09-21T21:05:50.622" v="14276" actId="21"/>
          <ac:spMkLst>
            <pc:docMk/>
            <pc:sldMk cId="2557774098" sldId="2147482963"/>
            <ac:spMk id="18" creationId="{0B44B018-E263-5524-A1A8-CA2DF6F66866}"/>
          </ac:spMkLst>
        </pc:spChg>
        <pc:spChg chg="add mod">
          <ac:chgData name="최인호" userId="b4efcb7a-706e-4704-a9c1-aa210034272e" providerId="ADAL" clId="{9BDDE7DB-8B59-4016-95BD-7367634F3211}" dt="2026-09-21T21:11:28.071" v="14809" actId="208"/>
          <ac:spMkLst>
            <pc:docMk/>
            <pc:sldMk cId="2557774098" sldId="2147482963"/>
            <ac:spMk id="22" creationId="{601EE7F7-A16F-A5AC-7DD5-C98DE62D53BF}"/>
          </ac:spMkLst>
        </pc:spChg>
        <pc:spChg chg="add del mod">
          <ac:chgData name="최인호" userId="b4efcb7a-706e-4704-a9c1-aa210034272e" providerId="ADAL" clId="{9BDDE7DB-8B59-4016-95BD-7367634F3211}" dt="2026-09-21T21:10:02.520" v="14671" actId="21"/>
          <ac:spMkLst>
            <pc:docMk/>
            <pc:sldMk cId="2557774098" sldId="2147482963"/>
            <ac:spMk id="28" creationId="{FBEB14E2-D19E-C8B8-D313-BE4719A424B5}"/>
          </ac:spMkLst>
        </pc:spChg>
        <pc:spChg chg="add del mod">
          <ac:chgData name="최인호" userId="b4efcb7a-706e-4704-a9c1-aa210034272e" providerId="ADAL" clId="{9BDDE7DB-8B59-4016-95BD-7367634F3211}" dt="2026-09-21T21:10:04.270" v="14673" actId="21"/>
          <ac:spMkLst>
            <pc:docMk/>
            <pc:sldMk cId="2557774098" sldId="2147482963"/>
            <ac:spMk id="29" creationId="{7901F0AA-FB4B-E180-0540-B55968597ED3}"/>
          </ac:spMkLst>
        </pc:spChg>
        <pc:spChg chg="add del mod">
          <ac:chgData name="최인호" userId="b4efcb7a-706e-4704-a9c1-aa210034272e" providerId="ADAL" clId="{9BDDE7DB-8B59-4016-95BD-7367634F3211}" dt="2026-09-21T21:09:59.728" v="14667" actId="21"/>
          <ac:spMkLst>
            <pc:docMk/>
            <pc:sldMk cId="2557774098" sldId="2147482963"/>
            <ac:spMk id="30" creationId="{7EDCBA65-C3E6-5701-8674-FB3C65ECD8E2}"/>
          </ac:spMkLst>
        </pc:spChg>
        <pc:spChg chg="add del mod">
          <ac:chgData name="최인호" userId="b4efcb7a-706e-4704-a9c1-aa210034272e" providerId="ADAL" clId="{9BDDE7DB-8B59-4016-95BD-7367634F3211}" dt="2026-09-21T21:09:03.813" v="14656" actId="21"/>
          <ac:spMkLst>
            <pc:docMk/>
            <pc:sldMk cId="2557774098" sldId="2147482963"/>
            <ac:spMk id="32" creationId="{1C3CDBB3-8B7E-E7CA-DEEE-41F923436666}"/>
          </ac:spMkLst>
        </pc:spChg>
        <pc:spChg chg="add del mod">
          <ac:chgData name="최인호" userId="b4efcb7a-706e-4704-a9c1-aa210034272e" providerId="ADAL" clId="{9BDDE7DB-8B59-4016-95BD-7367634F3211}" dt="2026-09-21T21:09:58.568" v="14665" actId="21"/>
          <ac:spMkLst>
            <pc:docMk/>
            <pc:sldMk cId="2557774098" sldId="2147482963"/>
            <ac:spMk id="33" creationId="{2B742317-8C3A-8AA2-4D11-777D91BDDD81}"/>
          </ac:spMkLst>
        </pc:spChg>
        <pc:spChg chg="add del mod">
          <ac:chgData name="최인호" userId="b4efcb7a-706e-4704-a9c1-aa210034272e" providerId="ADAL" clId="{9BDDE7DB-8B59-4016-95BD-7367634F3211}" dt="2026-09-21T21:11:25.886" v="14808" actId="21"/>
          <ac:spMkLst>
            <pc:docMk/>
            <pc:sldMk cId="2557774098" sldId="2147482963"/>
            <ac:spMk id="34" creationId="{B77B0257-6B88-8C66-BCC1-77256699E058}"/>
          </ac:spMkLst>
        </pc:spChg>
        <pc:spChg chg="add del mod">
          <ac:chgData name="최인호" userId="b4efcb7a-706e-4704-a9c1-aa210034272e" providerId="ADAL" clId="{9BDDE7DB-8B59-4016-95BD-7367634F3211}" dt="2026-09-21T21:09:03.813" v="14656" actId="21"/>
          <ac:spMkLst>
            <pc:docMk/>
            <pc:sldMk cId="2557774098" sldId="2147482963"/>
            <ac:spMk id="35" creationId="{B32B043C-7F54-BC4D-A84F-518B78DD685B}"/>
          </ac:spMkLst>
        </pc:spChg>
        <pc:spChg chg="add del mod">
          <ac:chgData name="최인호" userId="b4efcb7a-706e-4704-a9c1-aa210034272e" providerId="ADAL" clId="{9BDDE7DB-8B59-4016-95BD-7367634F3211}" dt="2026-09-21T21:09:03.813" v="14656" actId="21"/>
          <ac:spMkLst>
            <pc:docMk/>
            <pc:sldMk cId="2557774098" sldId="2147482963"/>
            <ac:spMk id="36" creationId="{D1F2269F-343C-B8B7-A5D3-85ABD2C54791}"/>
          </ac:spMkLst>
        </pc:spChg>
        <pc:spChg chg="add del mod">
          <ac:chgData name="최인호" userId="b4efcb7a-706e-4704-a9c1-aa210034272e" providerId="ADAL" clId="{9BDDE7DB-8B59-4016-95BD-7367634F3211}" dt="2026-09-21T21:10:27.856" v="14685" actId="21"/>
          <ac:spMkLst>
            <pc:docMk/>
            <pc:sldMk cId="2557774098" sldId="2147482963"/>
            <ac:spMk id="40" creationId="{A60B66F5-C78A-DEE4-57BD-BC5EA5535632}"/>
          </ac:spMkLst>
        </pc:spChg>
        <pc:spChg chg="add del mod">
          <ac:chgData name="최인호" userId="b4efcb7a-706e-4704-a9c1-aa210034272e" providerId="ADAL" clId="{9BDDE7DB-8B59-4016-95BD-7367634F3211}" dt="2026-09-21T21:10:39.303" v="14693" actId="21"/>
          <ac:spMkLst>
            <pc:docMk/>
            <pc:sldMk cId="2557774098" sldId="2147482963"/>
            <ac:spMk id="41" creationId="{1CB45BE9-C8EA-ECD9-2B9A-3A13BE937BDB}"/>
          </ac:spMkLst>
        </pc:spChg>
        <pc:spChg chg="add mod">
          <ac:chgData name="최인호" userId="b4efcb7a-706e-4704-a9c1-aa210034272e" providerId="ADAL" clId="{9BDDE7DB-8B59-4016-95BD-7367634F3211}" dt="2026-09-21T21:10:54.300" v="14698" actId="1076"/>
          <ac:spMkLst>
            <pc:docMk/>
            <pc:sldMk cId="2557774098" sldId="2147482963"/>
            <ac:spMk id="45" creationId="{B6BBDBE9-0FF1-1493-977B-ACAC3E93F8FE}"/>
          </ac:spMkLst>
        </pc:spChg>
        <pc:spChg chg="add mod">
          <ac:chgData name="최인호" userId="b4efcb7a-706e-4704-a9c1-aa210034272e" providerId="ADAL" clId="{9BDDE7DB-8B59-4016-95BD-7367634F3211}" dt="2026-09-21T21:10:32.614" v="14690" actId="571"/>
          <ac:spMkLst>
            <pc:docMk/>
            <pc:sldMk cId="2557774098" sldId="2147482963"/>
            <ac:spMk id="47" creationId="{0118E63A-587A-B926-5D87-D72F6764AC8D}"/>
          </ac:spMkLst>
        </pc:spChg>
        <pc:spChg chg="add mod">
          <ac:chgData name="최인호" userId="b4efcb7a-706e-4704-a9c1-aa210034272e" providerId="ADAL" clId="{9BDDE7DB-8B59-4016-95BD-7367634F3211}" dt="2026-09-21T21:10:54.300" v="14698" actId="1076"/>
          <ac:spMkLst>
            <pc:docMk/>
            <pc:sldMk cId="2557774098" sldId="2147482963"/>
            <ac:spMk id="48" creationId="{36AF63D3-0015-208B-E775-B4275CF0BA56}"/>
          </ac:spMkLst>
        </pc:spChg>
        <pc:spChg chg="add mod">
          <ac:chgData name="최인호" userId="b4efcb7a-706e-4704-a9c1-aa210034272e" providerId="ADAL" clId="{9BDDE7DB-8B59-4016-95BD-7367634F3211}" dt="2026-09-21T21:10:54.300" v="14698" actId="1076"/>
          <ac:spMkLst>
            <pc:docMk/>
            <pc:sldMk cId="2557774098" sldId="2147482963"/>
            <ac:spMk id="50" creationId="{EA66A343-9B50-2842-AE77-FD1B1D3A352C}"/>
          </ac:spMkLst>
        </pc:spChg>
        <pc:picChg chg="add del mod">
          <ac:chgData name="최인호" userId="b4efcb7a-706e-4704-a9c1-aa210034272e" providerId="ADAL" clId="{9BDDE7DB-8B59-4016-95BD-7367634F3211}" dt="2026-09-21T21:05:01.111" v="14210" actId="21"/>
          <ac:picMkLst>
            <pc:docMk/>
            <pc:sldMk cId="2557774098" sldId="2147482963"/>
            <ac:picMk id="6" creationId="{96E8CA8F-277B-E397-3243-55E93EA7B426}"/>
          </ac:picMkLst>
        </pc:picChg>
        <pc:picChg chg="add del mod">
          <ac:chgData name="최인호" userId="b4efcb7a-706e-4704-a9c1-aa210034272e" providerId="ADAL" clId="{9BDDE7DB-8B59-4016-95BD-7367634F3211}" dt="2026-09-21T20:49:16.375" v="13119" actId="21"/>
          <ac:picMkLst>
            <pc:docMk/>
            <pc:sldMk cId="2557774098" sldId="2147482963"/>
            <ac:picMk id="9" creationId="{DBD92D51-5C98-89A6-C449-32B2A028B669}"/>
          </ac:picMkLst>
        </pc:picChg>
        <pc:picChg chg="del">
          <ac:chgData name="최인호" userId="b4efcb7a-706e-4704-a9c1-aa210034272e" providerId="ADAL" clId="{9BDDE7DB-8B59-4016-95BD-7367634F3211}" dt="2026-09-21T20:45:17.816" v="13028" actId="21"/>
          <ac:picMkLst>
            <pc:docMk/>
            <pc:sldMk cId="2557774098" sldId="2147482963"/>
            <ac:picMk id="10" creationId="{948756D8-A542-68E9-84C6-FE631B957FD2}"/>
          </ac:picMkLst>
        </pc:picChg>
        <pc:picChg chg="add mod">
          <ac:chgData name="최인호" userId="b4efcb7a-706e-4704-a9c1-aa210034272e" providerId="ADAL" clId="{9BDDE7DB-8B59-4016-95BD-7367634F3211}" dt="2026-09-21T20:45:42.373" v="13043" actId="571"/>
          <ac:picMkLst>
            <pc:docMk/>
            <pc:sldMk cId="2557774098" sldId="2147482963"/>
            <ac:picMk id="15" creationId="{BF353D81-CE93-72BF-9D4A-8F69DBA01161}"/>
          </ac:picMkLst>
        </pc:picChg>
        <pc:picChg chg="add mod">
          <ac:chgData name="최인호" userId="b4efcb7a-706e-4704-a9c1-aa210034272e" providerId="ADAL" clId="{9BDDE7DB-8B59-4016-95BD-7367634F3211}" dt="2026-09-21T21:10:54.300" v="14698" actId="1076"/>
          <ac:picMkLst>
            <pc:docMk/>
            <pc:sldMk cId="2557774098" sldId="2147482963"/>
            <ac:picMk id="20" creationId="{64928D78-DD82-9BEA-66C4-242D3CF3ABA9}"/>
          </ac:picMkLst>
        </pc:picChg>
        <pc:picChg chg="add del mod">
          <ac:chgData name="최인호" userId="b4efcb7a-706e-4704-a9c1-aa210034272e" providerId="ADAL" clId="{9BDDE7DB-8B59-4016-95BD-7367634F3211}" dt="2026-09-21T21:09:03.813" v="14656" actId="21"/>
          <ac:picMkLst>
            <pc:docMk/>
            <pc:sldMk cId="2557774098" sldId="2147482963"/>
            <ac:picMk id="24" creationId="{A2FD4C22-D76A-3A50-973A-64592C2E31C3}"/>
          </ac:picMkLst>
        </pc:picChg>
        <pc:picChg chg="add del mod">
          <ac:chgData name="최인호" userId="b4efcb7a-706e-4704-a9c1-aa210034272e" providerId="ADAL" clId="{9BDDE7DB-8B59-4016-95BD-7367634F3211}" dt="2026-09-21T21:09:57.438" v="14664" actId="21"/>
          <ac:picMkLst>
            <pc:docMk/>
            <pc:sldMk cId="2557774098" sldId="2147482963"/>
            <ac:picMk id="26" creationId="{9BB13FED-7E3E-882F-73C3-C13172DDC5EA}"/>
          </ac:picMkLst>
        </pc:picChg>
        <pc:picChg chg="add del mod">
          <ac:chgData name="최인호" userId="b4efcb7a-706e-4704-a9c1-aa210034272e" providerId="ADAL" clId="{9BDDE7DB-8B59-4016-95BD-7367634F3211}" dt="2026-09-21T21:10:25.382" v="14683" actId="21"/>
          <ac:picMkLst>
            <pc:docMk/>
            <pc:sldMk cId="2557774098" sldId="2147482963"/>
            <ac:picMk id="38" creationId="{0C101695-6465-F783-5D59-065AFB84F582}"/>
          </ac:picMkLst>
        </pc:picChg>
        <pc:picChg chg="add mod">
          <ac:chgData name="최인호" userId="b4efcb7a-706e-4704-a9c1-aa210034272e" providerId="ADAL" clId="{9BDDE7DB-8B59-4016-95BD-7367634F3211}" dt="2026-09-21T21:10:54.300" v="14698" actId="1076"/>
          <ac:picMkLst>
            <pc:docMk/>
            <pc:sldMk cId="2557774098" sldId="2147482963"/>
            <ac:picMk id="43" creationId="{341987D2-C1EF-A816-9D42-FA5615F908BD}"/>
          </ac:picMkLst>
        </pc:picChg>
        <pc:picChg chg="add mod">
          <ac:chgData name="최인호" userId="b4efcb7a-706e-4704-a9c1-aa210034272e" providerId="ADAL" clId="{9BDDE7DB-8B59-4016-95BD-7367634F3211}" dt="2026-09-21T21:10:32.614" v="14690" actId="571"/>
          <ac:picMkLst>
            <pc:docMk/>
            <pc:sldMk cId="2557774098" sldId="2147482963"/>
            <ac:picMk id="46" creationId="{AC651E7E-D831-4ABE-B084-0B8B9EAA76CA}"/>
          </ac:picMkLst>
        </pc:picChg>
      </pc:sldChg>
      <pc:sldChg chg="addSp delSp add mod">
        <pc:chgData name="최인호" userId="b4efcb7a-706e-4704-a9c1-aa210034272e" providerId="ADAL" clId="{9BDDE7DB-8B59-4016-95BD-7367634F3211}" dt="2026-09-22T07:00:07.782" v="21166" actId="22"/>
        <pc:sldMkLst>
          <pc:docMk/>
          <pc:sldMk cId="4051330086" sldId="2147482963"/>
        </pc:sldMkLst>
        <pc:spChg chg="add del">
          <ac:chgData name="최인호" userId="b4efcb7a-706e-4704-a9c1-aa210034272e" providerId="ADAL" clId="{9BDDE7DB-8B59-4016-95BD-7367634F3211}" dt="2026-09-22T07:00:07.782" v="21166" actId="22"/>
          <ac:spMkLst>
            <pc:docMk/>
            <pc:sldMk cId="4051330086" sldId="2147482963"/>
            <ac:spMk id="6" creationId="{7E3DFED6-9E82-AC33-6D97-153CBB64C0DA}"/>
          </ac:spMkLst>
        </pc:spChg>
      </pc:sldChg>
      <pc:sldChg chg="addSp delSp modSp add mod">
        <pc:chgData name="최인호" userId="b4efcb7a-706e-4704-a9c1-aa210034272e" providerId="ADAL" clId="{9BDDE7DB-8B59-4016-95BD-7367634F3211}" dt="2026-09-22T07:00:21.426" v="21170" actId="14100"/>
        <pc:sldMkLst>
          <pc:docMk/>
          <pc:sldMk cId="3253503549" sldId="2147482964"/>
        </pc:sldMkLst>
        <pc:spChg chg="mod">
          <ac:chgData name="최인호" userId="b4efcb7a-706e-4704-a9c1-aa210034272e" providerId="ADAL" clId="{9BDDE7DB-8B59-4016-95BD-7367634F3211}" dt="2026-09-21T21:19:58.765" v="15222" actId="20577"/>
          <ac:spMkLst>
            <pc:docMk/>
            <pc:sldMk cId="3253503549" sldId="2147482964"/>
            <ac:spMk id="2" creationId="{5944A483-D870-DD69-8A90-AE7C8A103E19}"/>
          </ac:spMkLst>
        </pc:spChg>
        <pc:spChg chg="add mod">
          <ac:chgData name="최인호" userId="b4efcb7a-706e-4704-a9c1-aa210034272e" providerId="ADAL" clId="{9BDDE7DB-8B59-4016-95BD-7367634F3211}" dt="2026-09-22T07:00:14.391" v="21168" actId="14100"/>
          <ac:spMkLst>
            <pc:docMk/>
            <pc:sldMk cId="3253503549" sldId="2147482964"/>
            <ac:spMk id="8" creationId="{2B29E064-0F89-8916-D942-AC095EF4BB8A}"/>
          </ac:spMkLst>
        </pc:spChg>
        <pc:spChg chg="add">
          <ac:chgData name="최인호" userId="b4efcb7a-706e-4704-a9c1-aa210034272e" providerId="ADAL" clId="{9BDDE7DB-8B59-4016-95BD-7367634F3211}" dt="2026-09-21T21:15:42.532" v="15133" actId="22"/>
          <ac:spMkLst>
            <pc:docMk/>
            <pc:sldMk cId="3253503549" sldId="2147482964"/>
            <ac:spMk id="11" creationId="{D473FA79-E1FD-E13C-7CA7-7CDED1F17000}"/>
          </ac:spMkLst>
        </pc:spChg>
        <pc:spChg chg="mod">
          <ac:chgData name="최인호" userId="b4efcb7a-706e-4704-a9c1-aa210034272e" providerId="ADAL" clId="{9BDDE7DB-8B59-4016-95BD-7367634F3211}" dt="2026-09-21T21:16:12.631" v="15140" actId="20577"/>
          <ac:spMkLst>
            <pc:docMk/>
            <pc:sldMk cId="3253503549" sldId="2147482964"/>
            <ac:spMk id="12" creationId="{42FB3907-5D0E-09D4-FD6D-121B8CFD358E}"/>
          </ac:spMkLst>
        </pc:spChg>
        <pc:spChg chg="add">
          <ac:chgData name="최인호" userId="b4efcb7a-706e-4704-a9c1-aa210034272e" providerId="ADAL" clId="{9BDDE7DB-8B59-4016-95BD-7367634F3211}" dt="2026-09-21T21:15:42.532" v="15133" actId="22"/>
          <ac:spMkLst>
            <pc:docMk/>
            <pc:sldMk cId="3253503549" sldId="2147482964"/>
            <ac:spMk id="14" creationId="{D1FB87F7-7DD4-FA0F-4725-5A497FEDB5B8}"/>
          </ac:spMkLst>
        </pc:spChg>
        <pc:spChg chg="add mod">
          <ac:chgData name="최인호" userId="b4efcb7a-706e-4704-a9c1-aa210034272e" providerId="ADAL" clId="{9BDDE7DB-8B59-4016-95BD-7367634F3211}" dt="2026-09-21T21:19:36.430" v="15210" actId="1076"/>
          <ac:spMkLst>
            <pc:docMk/>
            <pc:sldMk cId="3253503549" sldId="2147482964"/>
            <ac:spMk id="16" creationId="{7C9350D3-FB73-BBA4-F910-BF955FF3C1E1}"/>
          </ac:spMkLst>
        </pc:spChg>
        <pc:spChg chg="add mod">
          <ac:chgData name="최인호" userId="b4efcb7a-706e-4704-a9c1-aa210034272e" providerId="ADAL" clId="{9BDDE7DB-8B59-4016-95BD-7367634F3211}" dt="2026-09-21T21:19:36.430" v="15210" actId="1076"/>
          <ac:spMkLst>
            <pc:docMk/>
            <pc:sldMk cId="3253503549" sldId="2147482964"/>
            <ac:spMk id="17" creationId="{DA1BF8A9-1549-3476-BA32-7D2922399F47}"/>
          </ac:spMkLst>
        </pc:spChg>
        <pc:spChg chg="del">
          <ac:chgData name="최인호" userId="b4efcb7a-706e-4704-a9c1-aa210034272e" providerId="ADAL" clId="{9BDDE7DB-8B59-4016-95BD-7367634F3211}" dt="2026-09-21T21:15:42.453" v="15132" actId="21"/>
          <ac:spMkLst>
            <pc:docMk/>
            <pc:sldMk cId="3253503549" sldId="2147482964"/>
            <ac:spMk id="46" creationId="{5A70F7C3-A5B5-3045-B829-D0DEC6365E54}"/>
          </ac:spMkLst>
        </pc:spChg>
        <pc:spChg chg="del">
          <ac:chgData name="최인호" userId="b4efcb7a-706e-4704-a9c1-aa210034272e" providerId="ADAL" clId="{9BDDE7DB-8B59-4016-95BD-7367634F3211}" dt="2026-09-21T21:15:42.453" v="15132" actId="21"/>
          <ac:spMkLst>
            <pc:docMk/>
            <pc:sldMk cId="3253503549" sldId="2147482964"/>
            <ac:spMk id="48" creationId="{2FB885FF-FE5F-9852-2C7B-F86EAC937149}"/>
          </ac:spMkLst>
        </pc:spChg>
        <pc:spChg chg="del mod">
          <ac:chgData name="최인호" userId="b4efcb7a-706e-4704-a9c1-aa210034272e" providerId="ADAL" clId="{9BDDE7DB-8B59-4016-95BD-7367634F3211}" dt="2026-09-21T21:15:42.453" v="15132" actId="21"/>
          <ac:spMkLst>
            <pc:docMk/>
            <pc:sldMk cId="3253503549" sldId="2147482964"/>
            <ac:spMk id="50" creationId="{A293DF62-785F-E66D-93B5-A97F093EE8E2}"/>
          </ac:spMkLst>
        </pc:spChg>
        <pc:picChg chg="add mod">
          <ac:chgData name="최인호" userId="b4efcb7a-706e-4704-a9c1-aa210034272e" providerId="ADAL" clId="{9BDDE7DB-8B59-4016-95BD-7367634F3211}" dt="2026-09-21T21:15:41.159" v="15131" actId="1076"/>
          <ac:picMkLst>
            <pc:docMk/>
            <pc:sldMk cId="3253503549" sldId="2147482964"/>
            <ac:picMk id="6" creationId="{738D54AB-B7E0-9A8C-7FFA-BA07F74508BA}"/>
          </ac:picMkLst>
        </pc:picChg>
        <pc:picChg chg="mod">
          <ac:chgData name="최인호" userId="b4efcb7a-706e-4704-a9c1-aa210034272e" providerId="ADAL" clId="{9BDDE7DB-8B59-4016-95BD-7367634F3211}" dt="2026-09-21T21:19:37.735" v="15211" actId="1076"/>
          <ac:picMkLst>
            <pc:docMk/>
            <pc:sldMk cId="3253503549" sldId="2147482964"/>
            <ac:picMk id="22" creationId="{BB847B58-3C45-FD4E-81C3-764B381450E2}"/>
          </ac:picMkLst>
        </pc:picChg>
        <pc:picChg chg="del">
          <ac:chgData name="최인호" userId="b4efcb7a-706e-4704-a9c1-aa210034272e" providerId="ADAL" clId="{9BDDE7DB-8B59-4016-95BD-7367634F3211}" dt="2026-09-21T21:15:40.478" v="15130" actId="21"/>
          <ac:picMkLst>
            <pc:docMk/>
            <pc:sldMk cId="3253503549" sldId="2147482964"/>
            <ac:picMk id="44" creationId="{9BFDF197-50ED-59B3-1B25-A59689CECCB7}"/>
          </ac:picMkLst>
        </pc:picChg>
        <pc:cxnChg chg="add mod">
          <ac:chgData name="최인호" userId="b4efcb7a-706e-4704-a9c1-aa210034272e" providerId="ADAL" clId="{9BDDE7DB-8B59-4016-95BD-7367634F3211}" dt="2026-09-22T07:00:21.426" v="21170" actId="14100"/>
          <ac:cxnSpMkLst>
            <pc:docMk/>
            <pc:sldMk cId="3253503549" sldId="2147482964"/>
            <ac:cxnSpMk id="7" creationId="{89996409-43E4-4AAD-9084-E112573487EA}"/>
          </ac:cxnSpMkLst>
        </pc:cxnChg>
      </pc:sldChg>
      <pc:sldChg chg="addSp delSp modSp new del mod">
        <pc:chgData name="최인호" userId="b4efcb7a-706e-4704-a9c1-aa210034272e" providerId="ADAL" clId="{9BDDE7DB-8B59-4016-95BD-7367634F3211}" dt="2026-09-21T21:13:19.535" v="14864" actId="2696"/>
        <pc:sldMkLst>
          <pc:docMk/>
          <pc:sldMk cId="3607068832" sldId="2147482964"/>
        </pc:sldMkLst>
        <pc:spChg chg="mod">
          <ac:chgData name="최인호" userId="b4efcb7a-706e-4704-a9c1-aa210034272e" providerId="ADAL" clId="{9BDDE7DB-8B59-4016-95BD-7367634F3211}" dt="2026-09-21T21:13:17.533" v="14863" actId="20577"/>
          <ac:spMkLst>
            <pc:docMk/>
            <pc:sldMk cId="3607068832" sldId="2147482964"/>
            <ac:spMk id="2" creationId="{5944A483-D870-DD69-8A90-AE7C8A103E19}"/>
          </ac:spMkLst>
        </pc:spChg>
        <pc:spChg chg="mod">
          <ac:chgData name="최인호" userId="b4efcb7a-706e-4704-a9c1-aa210034272e" providerId="ADAL" clId="{9BDDE7DB-8B59-4016-95BD-7367634F3211}" dt="2026-09-21T21:01:05.524" v="14068" actId="207"/>
          <ac:spMkLst>
            <pc:docMk/>
            <pc:sldMk cId="3607068832" sldId="2147482964"/>
            <ac:spMk id="3" creationId="{BDD68F21-5084-2B7D-2F6E-EBE62241552D}"/>
          </ac:spMkLst>
        </pc:spChg>
        <pc:spChg chg="add del mod">
          <ac:chgData name="최인호" userId="b4efcb7a-706e-4704-a9c1-aa210034272e" providerId="ADAL" clId="{9BDDE7DB-8B59-4016-95BD-7367634F3211}" dt="2026-09-21T20:59:18.185" v="13771" actId="21"/>
          <ac:spMkLst>
            <pc:docMk/>
            <pc:sldMk cId="3607068832" sldId="2147482964"/>
            <ac:spMk id="8" creationId="{97484D19-50BE-F571-0674-EE9EE3B55967}"/>
          </ac:spMkLst>
        </pc:spChg>
        <pc:spChg chg="add mod">
          <ac:chgData name="최인호" userId="b4efcb7a-706e-4704-a9c1-aa210034272e" providerId="ADAL" clId="{9BDDE7DB-8B59-4016-95BD-7367634F3211}" dt="2026-09-21T21:11:49.309" v="14816"/>
          <ac:spMkLst>
            <pc:docMk/>
            <pc:sldMk cId="3607068832" sldId="2147482964"/>
            <ac:spMk id="12" creationId="{42FB3907-5D0E-09D4-FD6D-121B8CFD358E}"/>
          </ac:spMkLst>
        </pc:spChg>
        <pc:spChg chg="add del mod">
          <ac:chgData name="최인호" userId="b4efcb7a-706e-4704-a9c1-aa210034272e" providerId="ADAL" clId="{9BDDE7DB-8B59-4016-95BD-7367634F3211}" dt="2026-09-21T21:01:43.144" v="14079" actId="21"/>
          <ac:spMkLst>
            <pc:docMk/>
            <pc:sldMk cId="3607068832" sldId="2147482964"/>
            <ac:spMk id="16" creationId="{C5087EE5-5194-A3CF-0EF5-62A29C779D90}"/>
          </ac:spMkLst>
        </pc:spChg>
        <pc:spChg chg="add del mod">
          <ac:chgData name="최인호" userId="b4efcb7a-706e-4704-a9c1-aa210034272e" providerId="ADAL" clId="{9BDDE7DB-8B59-4016-95BD-7367634F3211}" dt="2026-09-21T21:01:43.144" v="14079" actId="21"/>
          <ac:spMkLst>
            <pc:docMk/>
            <pc:sldMk cId="3607068832" sldId="2147482964"/>
            <ac:spMk id="17" creationId="{C4166E9A-4B6A-8C9C-2173-4B8A8C3486E1}"/>
          </ac:spMkLst>
        </pc:spChg>
        <pc:spChg chg="add mod">
          <ac:chgData name="최인호" userId="b4efcb7a-706e-4704-a9c1-aa210034272e" providerId="ADAL" clId="{9BDDE7DB-8B59-4016-95BD-7367634F3211}" dt="2026-09-21T21:00:39.924" v="13952" actId="1076"/>
          <ac:spMkLst>
            <pc:docMk/>
            <pc:sldMk cId="3607068832" sldId="2147482964"/>
            <ac:spMk id="19" creationId="{B5747DD1-6D10-0C4B-0B71-430BD100FC6D}"/>
          </ac:spMkLst>
        </pc:spChg>
        <pc:spChg chg="add del mod">
          <ac:chgData name="최인호" userId="b4efcb7a-706e-4704-a9c1-aa210034272e" providerId="ADAL" clId="{9BDDE7DB-8B59-4016-95BD-7367634F3211}" dt="2026-09-21T21:01:43.144" v="14079" actId="21"/>
          <ac:spMkLst>
            <pc:docMk/>
            <pc:sldMk cId="3607068832" sldId="2147482964"/>
            <ac:spMk id="20" creationId="{1717B688-16F4-1A27-5CFA-8A917EC4DCBC}"/>
          </ac:spMkLst>
        </pc:spChg>
        <pc:spChg chg="add mod">
          <ac:chgData name="최인호" userId="b4efcb7a-706e-4704-a9c1-aa210034272e" providerId="ADAL" clId="{9BDDE7DB-8B59-4016-95BD-7367634F3211}" dt="2026-09-21T21:00:28.338" v="13914" actId="14100"/>
          <ac:spMkLst>
            <pc:docMk/>
            <pc:sldMk cId="3607068832" sldId="2147482964"/>
            <ac:spMk id="24" creationId="{F304C1EB-85E7-7BD9-0118-37898D8E27CE}"/>
          </ac:spMkLst>
        </pc:spChg>
        <pc:spChg chg="add del mod">
          <ac:chgData name="최인호" userId="b4efcb7a-706e-4704-a9c1-aa210034272e" providerId="ADAL" clId="{9BDDE7DB-8B59-4016-95BD-7367634F3211}" dt="2026-09-21T21:12:28.247" v="14825" actId="21"/>
          <ac:spMkLst>
            <pc:docMk/>
            <pc:sldMk cId="3607068832" sldId="2147482964"/>
            <ac:spMk id="30" creationId="{4F421B4A-6052-87C4-DBB5-525FA1D9C699}"/>
          </ac:spMkLst>
        </pc:spChg>
        <pc:spChg chg="add del mod">
          <ac:chgData name="최인호" userId="b4efcb7a-706e-4704-a9c1-aa210034272e" providerId="ADAL" clId="{9BDDE7DB-8B59-4016-95BD-7367634F3211}" dt="2026-09-21T21:12:28.247" v="14825" actId="21"/>
          <ac:spMkLst>
            <pc:docMk/>
            <pc:sldMk cId="3607068832" sldId="2147482964"/>
            <ac:spMk id="32" creationId="{C9C1B25B-EE6B-D061-E6A8-7A00FAA1E32E}"/>
          </ac:spMkLst>
        </pc:spChg>
        <pc:spChg chg="add del mod">
          <ac:chgData name="최인호" userId="b4efcb7a-706e-4704-a9c1-aa210034272e" providerId="ADAL" clId="{9BDDE7DB-8B59-4016-95BD-7367634F3211}" dt="2026-09-21T21:12:28.247" v="14825" actId="21"/>
          <ac:spMkLst>
            <pc:docMk/>
            <pc:sldMk cId="3607068832" sldId="2147482964"/>
            <ac:spMk id="34" creationId="{9F1F5256-4479-DBB3-B73D-580F5FFFB0E9}"/>
          </ac:spMkLst>
        </pc:spChg>
        <pc:spChg chg="add mod">
          <ac:chgData name="최인호" userId="b4efcb7a-706e-4704-a9c1-aa210034272e" providerId="ADAL" clId="{9BDDE7DB-8B59-4016-95BD-7367634F3211}" dt="2026-09-21T21:02:01.672" v="14090" actId="1076"/>
          <ac:spMkLst>
            <pc:docMk/>
            <pc:sldMk cId="3607068832" sldId="2147482964"/>
            <ac:spMk id="35" creationId="{B1C9FB56-5600-267B-B2B6-7699CD83EE23}"/>
          </ac:spMkLst>
        </pc:spChg>
        <pc:spChg chg="add mod">
          <ac:chgData name="최인호" userId="b4efcb7a-706e-4704-a9c1-aa210034272e" providerId="ADAL" clId="{9BDDE7DB-8B59-4016-95BD-7367634F3211}" dt="2026-09-21T21:02:03.539" v="14091" actId="571"/>
          <ac:spMkLst>
            <pc:docMk/>
            <pc:sldMk cId="3607068832" sldId="2147482964"/>
            <ac:spMk id="36" creationId="{CB1EA7EA-410A-A0E1-4078-C6186BD3FE8C}"/>
          </ac:spMkLst>
        </pc:spChg>
        <pc:spChg chg="add del mod">
          <ac:chgData name="최인호" userId="b4efcb7a-706e-4704-a9c1-aa210034272e" providerId="ADAL" clId="{9BDDE7DB-8B59-4016-95BD-7367634F3211}" dt="2026-09-21T21:02:07.456" v="14094" actId="21"/>
          <ac:spMkLst>
            <pc:docMk/>
            <pc:sldMk cId="3607068832" sldId="2147482964"/>
            <ac:spMk id="37" creationId="{C0C55773-59D1-1625-3BA2-4748040AA56D}"/>
          </ac:spMkLst>
        </pc:spChg>
        <pc:spChg chg="add mod">
          <ac:chgData name="최인호" userId="b4efcb7a-706e-4704-a9c1-aa210034272e" providerId="ADAL" clId="{9BDDE7DB-8B59-4016-95BD-7367634F3211}" dt="2026-09-21T21:02:27.557" v="14166" actId="20577"/>
          <ac:spMkLst>
            <pc:docMk/>
            <pc:sldMk cId="3607068832" sldId="2147482964"/>
            <ac:spMk id="38" creationId="{F9737173-3A68-E412-677C-54BD0EDDC19A}"/>
          </ac:spMkLst>
        </pc:spChg>
        <pc:spChg chg="add mod">
          <ac:chgData name="최인호" userId="b4efcb7a-706e-4704-a9c1-aa210034272e" providerId="ADAL" clId="{9BDDE7DB-8B59-4016-95BD-7367634F3211}" dt="2026-09-21T21:12:32.116" v="14828" actId="1076"/>
          <ac:spMkLst>
            <pc:docMk/>
            <pc:sldMk cId="3607068832" sldId="2147482964"/>
            <ac:spMk id="46" creationId="{5A70F7C3-A5B5-3045-B829-D0DEC6365E54}"/>
          </ac:spMkLst>
        </pc:spChg>
        <pc:spChg chg="add">
          <ac:chgData name="최인호" userId="b4efcb7a-706e-4704-a9c1-aa210034272e" providerId="ADAL" clId="{9BDDE7DB-8B59-4016-95BD-7367634F3211}" dt="2026-09-21T21:12:28.314" v="14826" actId="22"/>
          <ac:spMkLst>
            <pc:docMk/>
            <pc:sldMk cId="3607068832" sldId="2147482964"/>
            <ac:spMk id="48" creationId="{2FB885FF-FE5F-9852-2C7B-F86EAC937149}"/>
          </ac:spMkLst>
        </pc:spChg>
        <pc:spChg chg="add">
          <ac:chgData name="최인호" userId="b4efcb7a-706e-4704-a9c1-aa210034272e" providerId="ADAL" clId="{9BDDE7DB-8B59-4016-95BD-7367634F3211}" dt="2026-09-21T21:12:28.314" v="14826" actId="22"/>
          <ac:spMkLst>
            <pc:docMk/>
            <pc:sldMk cId="3607068832" sldId="2147482964"/>
            <ac:spMk id="50" creationId="{A293DF62-785F-E66D-93B5-A97F093EE8E2}"/>
          </ac:spMkLst>
        </pc:spChg>
        <pc:picChg chg="add del mod">
          <ac:chgData name="최인호" userId="b4efcb7a-706e-4704-a9c1-aa210034272e" providerId="ADAL" clId="{9BDDE7DB-8B59-4016-95BD-7367634F3211}" dt="2026-09-21T20:59:14.895" v="13768" actId="21"/>
          <ac:picMkLst>
            <pc:docMk/>
            <pc:sldMk cId="3607068832" sldId="2147482964"/>
            <ac:picMk id="6" creationId="{DB80C6F4-9823-DD98-BD0A-62456A21347E}"/>
          </ac:picMkLst>
        </pc:picChg>
        <pc:picChg chg="add mod">
          <ac:chgData name="최인호" userId="b4efcb7a-706e-4704-a9c1-aa210034272e" providerId="ADAL" clId="{9BDDE7DB-8B59-4016-95BD-7367634F3211}" dt="2026-09-21T21:02:32.367" v="14167" actId="1076"/>
          <ac:picMkLst>
            <pc:docMk/>
            <pc:sldMk cId="3607068832" sldId="2147482964"/>
            <ac:picMk id="10" creationId="{CF47D482-0F07-892B-29DF-98C7C535A53C}"/>
          </ac:picMkLst>
        </pc:picChg>
        <pc:picChg chg="add del mod">
          <ac:chgData name="최인호" userId="b4efcb7a-706e-4704-a9c1-aa210034272e" providerId="ADAL" clId="{9BDDE7DB-8B59-4016-95BD-7367634F3211}" dt="2026-09-21T21:01:37.471" v="14073" actId="21"/>
          <ac:picMkLst>
            <pc:docMk/>
            <pc:sldMk cId="3607068832" sldId="2147482964"/>
            <ac:picMk id="14" creationId="{BB5CEA1A-CAAE-7589-B539-4D47590EF1CB}"/>
          </ac:picMkLst>
        </pc:picChg>
        <pc:picChg chg="add del mod">
          <ac:chgData name="최인호" userId="b4efcb7a-706e-4704-a9c1-aa210034272e" providerId="ADAL" clId="{9BDDE7DB-8B59-4016-95BD-7367634F3211}" dt="2026-09-21T21:00:34.220" v="13917" actId="21"/>
          <ac:picMkLst>
            <pc:docMk/>
            <pc:sldMk cId="3607068832" sldId="2147482964"/>
            <ac:picMk id="22" creationId="{BB847B58-3C45-FD4E-81C3-764B381450E2}"/>
          </ac:picMkLst>
        </pc:picChg>
        <pc:picChg chg="add mod">
          <ac:chgData name="최인호" userId="b4efcb7a-706e-4704-a9c1-aa210034272e" providerId="ADAL" clId="{9BDDE7DB-8B59-4016-95BD-7367634F3211}" dt="2026-09-21T21:01:52.600" v="14086" actId="1076"/>
          <ac:picMkLst>
            <pc:docMk/>
            <pc:sldMk cId="3607068832" sldId="2147482964"/>
            <ac:picMk id="26" creationId="{D45502DC-C4C3-EAF7-0669-3902B5D217CB}"/>
          </ac:picMkLst>
        </pc:picChg>
        <pc:picChg chg="add del mod">
          <ac:chgData name="최인호" userId="b4efcb7a-706e-4704-a9c1-aa210034272e" providerId="ADAL" clId="{9BDDE7DB-8B59-4016-95BD-7367634F3211}" dt="2026-09-21T21:12:26.899" v="14823" actId="478"/>
          <ac:picMkLst>
            <pc:docMk/>
            <pc:sldMk cId="3607068832" sldId="2147482964"/>
            <ac:picMk id="28" creationId="{E15A8CE2-E69F-7CB4-9C58-9C3BC6753A98}"/>
          </ac:picMkLst>
        </pc:picChg>
        <pc:picChg chg="add del mod">
          <ac:chgData name="최인호" userId="b4efcb7a-706e-4704-a9c1-aa210034272e" providerId="ADAL" clId="{9BDDE7DB-8B59-4016-95BD-7367634F3211}" dt="2026-09-21T21:12:24.886" v="14820" actId="21"/>
          <ac:picMkLst>
            <pc:docMk/>
            <pc:sldMk cId="3607068832" sldId="2147482964"/>
            <ac:picMk id="40" creationId="{BF5195CF-1985-415C-13A1-181B30BE2030}"/>
          </ac:picMkLst>
        </pc:picChg>
        <pc:picChg chg="add del">
          <ac:chgData name="최인호" userId="b4efcb7a-706e-4704-a9c1-aa210034272e" providerId="ADAL" clId="{9BDDE7DB-8B59-4016-95BD-7367634F3211}" dt="2026-09-21T21:12:26.590" v="14822" actId="22"/>
          <ac:picMkLst>
            <pc:docMk/>
            <pc:sldMk cId="3607068832" sldId="2147482964"/>
            <ac:picMk id="42" creationId="{C64DB329-1745-0B08-2DE5-D7751DE0E362}"/>
          </ac:picMkLst>
        </pc:picChg>
        <pc:picChg chg="add mod">
          <ac:chgData name="최인호" userId="b4efcb7a-706e-4704-a9c1-aa210034272e" providerId="ADAL" clId="{9BDDE7DB-8B59-4016-95BD-7367634F3211}" dt="2026-09-21T21:12:30.200" v="14827" actId="208"/>
          <ac:picMkLst>
            <pc:docMk/>
            <pc:sldMk cId="3607068832" sldId="2147482964"/>
            <ac:picMk id="44" creationId="{9BFDF197-50ED-59B3-1B25-A59689CECCB7}"/>
          </ac:picMkLst>
        </pc:picChg>
      </pc:sldChg>
      <pc:sldChg chg="addSp delSp modSp new mod">
        <pc:chgData name="최인호" userId="b4efcb7a-706e-4704-a9c1-aa210034272e" providerId="ADAL" clId="{9BDDE7DB-8B59-4016-95BD-7367634F3211}" dt="2026-09-21T21:22:16.478" v="15584" actId="1076"/>
        <pc:sldMkLst>
          <pc:docMk/>
          <pc:sldMk cId="3047505495" sldId="2147482965"/>
        </pc:sldMkLst>
        <pc:spChg chg="mod">
          <ac:chgData name="최인호" userId="b4efcb7a-706e-4704-a9c1-aa210034272e" providerId="ADAL" clId="{9BDDE7DB-8B59-4016-95BD-7367634F3211}" dt="2026-09-21T21:20:01.916" v="15225" actId="20577"/>
          <ac:spMkLst>
            <pc:docMk/>
            <pc:sldMk cId="3047505495" sldId="2147482965"/>
            <ac:spMk id="2" creationId="{66B5FDB3-7975-A082-C3FB-A0DF81E83806}"/>
          </ac:spMkLst>
        </pc:spChg>
        <pc:spChg chg="mod">
          <ac:chgData name="최인호" userId="b4efcb7a-706e-4704-a9c1-aa210034272e" providerId="ADAL" clId="{9BDDE7DB-8B59-4016-95BD-7367634F3211}" dt="2026-09-21T21:20:25.244" v="15316" actId="20577"/>
          <ac:spMkLst>
            <pc:docMk/>
            <pc:sldMk cId="3047505495" sldId="2147482965"/>
            <ac:spMk id="3" creationId="{A894ABC1-7219-D245-AF47-4D1FFAD6104E}"/>
          </ac:spMkLst>
        </pc:spChg>
        <pc:spChg chg="add">
          <ac:chgData name="최인호" userId="b4efcb7a-706e-4704-a9c1-aa210034272e" providerId="ADAL" clId="{9BDDE7DB-8B59-4016-95BD-7367634F3211}" dt="2026-09-21T21:17:33.335" v="15144"/>
          <ac:spMkLst>
            <pc:docMk/>
            <pc:sldMk cId="3047505495" sldId="2147482965"/>
            <ac:spMk id="9" creationId="{174EFF90-E0E7-6575-95AD-BD2C17B81905}"/>
          </ac:spMkLst>
        </pc:spChg>
        <pc:spChg chg="add mod">
          <ac:chgData name="최인호" userId="b4efcb7a-706e-4704-a9c1-aa210034272e" providerId="ADAL" clId="{9BDDE7DB-8B59-4016-95BD-7367634F3211}" dt="2026-09-21T21:19:41.486" v="15215" actId="1076"/>
          <ac:spMkLst>
            <pc:docMk/>
            <pc:sldMk cId="3047505495" sldId="2147482965"/>
            <ac:spMk id="17" creationId="{89C893BC-4A99-298D-C275-50C339BA295A}"/>
          </ac:spMkLst>
        </pc:spChg>
        <pc:spChg chg="add mod">
          <ac:chgData name="최인호" userId="b4efcb7a-706e-4704-a9c1-aa210034272e" providerId="ADAL" clId="{9BDDE7DB-8B59-4016-95BD-7367634F3211}" dt="2026-09-21T21:19:44.658" v="15218" actId="1076"/>
          <ac:spMkLst>
            <pc:docMk/>
            <pc:sldMk cId="3047505495" sldId="2147482965"/>
            <ac:spMk id="18" creationId="{9536B8B5-D446-7C41-F99B-DB37BF728B66}"/>
          </ac:spMkLst>
        </pc:spChg>
        <pc:spChg chg="add mod">
          <ac:chgData name="최인호" userId="b4efcb7a-706e-4704-a9c1-aa210034272e" providerId="ADAL" clId="{9BDDE7DB-8B59-4016-95BD-7367634F3211}" dt="2026-09-21T21:22:08.559" v="15581" actId="1076"/>
          <ac:spMkLst>
            <pc:docMk/>
            <pc:sldMk cId="3047505495" sldId="2147482965"/>
            <ac:spMk id="19" creationId="{51451256-91CA-CABF-9D57-2AB3842DEC8D}"/>
          </ac:spMkLst>
        </pc:spChg>
        <pc:spChg chg="add mod">
          <ac:chgData name="최인호" userId="b4efcb7a-706e-4704-a9c1-aa210034272e" providerId="ADAL" clId="{9BDDE7DB-8B59-4016-95BD-7367634F3211}" dt="2026-09-21T21:20:10.738" v="15228" actId="14100"/>
          <ac:spMkLst>
            <pc:docMk/>
            <pc:sldMk cId="3047505495" sldId="2147482965"/>
            <ac:spMk id="21" creationId="{E547F42D-DA16-9B21-E6FE-5EE21E5EA2B6}"/>
          </ac:spMkLst>
        </pc:spChg>
        <pc:spChg chg="add mod">
          <ac:chgData name="최인호" userId="b4efcb7a-706e-4704-a9c1-aa210034272e" providerId="ADAL" clId="{9BDDE7DB-8B59-4016-95BD-7367634F3211}" dt="2026-09-21T21:20:46.686" v="15381" actId="1076"/>
          <ac:spMkLst>
            <pc:docMk/>
            <pc:sldMk cId="3047505495" sldId="2147482965"/>
            <ac:spMk id="23" creationId="{A92653E1-4F9C-D817-A43D-05BB26117AAF}"/>
          </ac:spMkLst>
        </pc:spChg>
        <pc:spChg chg="add mod">
          <ac:chgData name="최인호" userId="b4efcb7a-706e-4704-a9c1-aa210034272e" providerId="ADAL" clId="{9BDDE7DB-8B59-4016-95BD-7367634F3211}" dt="2026-09-21T21:20:54.614" v="15432" actId="20577"/>
          <ac:spMkLst>
            <pc:docMk/>
            <pc:sldMk cId="3047505495" sldId="2147482965"/>
            <ac:spMk id="24" creationId="{8AE811CF-6DCE-4627-79FC-018E0A0936C8}"/>
          </ac:spMkLst>
        </pc:spChg>
        <pc:spChg chg="add mod">
          <ac:chgData name="최인호" userId="b4efcb7a-706e-4704-a9c1-aa210034272e" providerId="ADAL" clId="{9BDDE7DB-8B59-4016-95BD-7367634F3211}" dt="2026-09-21T21:20:58.752" v="15434" actId="14100"/>
          <ac:spMkLst>
            <pc:docMk/>
            <pc:sldMk cId="3047505495" sldId="2147482965"/>
            <ac:spMk id="25" creationId="{9914ADE2-9D6D-821A-4168-889C75D63FF4}"/>
          </ac:spMkLst>
        </pc:spChg>
        <pc:spChg chg="add mod">
          <ac:chgData name="최인호" userId="b4efcb7a-706e-4704-a9c1-aa210034272e" providerId="ADAL" clId="{9BDDE7DB-8B59-4016-95BD-7367634F3211}" dt="2026-09-21T21:22:07.562" v="15580" actId="1076"/>
          <ac:spMkLst>
            <pc:docMk/>
            <pc:sldMk cId="3047505495" sldId="2147482965"/>
            <ac:spMk id="26" creationId="{2E1A90A2-1C93-852D-1818-17136FD0017B}"/>
          </ac:spMkLst>
        </pc:spChg>
        <pc:spChg chg="add mod">
          <ac:chgData name="최인호" userId="b4efcb7a-706e-4704-a9c1-aa210034272e" providerId="ADAL" clId="{9BDDE7DB-8B59-4016-95BD-7367634F3211}" dt="2026-09-21T21:22:06.172" v="15579" actId="14100"/>
          <ac:spMkLst>
            <pc:docMk/>
            <pc:sldMk cId="3047505495" sldId="2147482965"/>
            <ac:spMk id="27" creationId="{07259FF5-55D2-B4C5-8C89-D51BA80C58C3}"/>
          </ac:spMkLst>
        </pc:spChg>
        <pc:spChg chg="add mod">
          <ac:chgData name="최인호" userId="b4efcb7a-706e-4704-a9c1-aa210034272e" providerId="ADAL" clId="{9BDDE7DB-8B59-4016-95BD-7367634F3211}" dt="2026-09-21T21:22:11.609" v="15582" actId="1076"/>
          <ac:spMkLst>
            <pc:docMk/>
            <pc:sldMk cId="3047505495" sldId="2147482965"/>
            <ac:spMk id="28" creationId="{74563793-E449-E2C0-25B7-6DBB2E8CE7D5}"/>
          </ac:spMkLst>
        </pc:spChg>
        <pc:spChg chg="add mod">
          <ac:chgData name="최인호" userId="b4efcb7a-706e-4704-a9c1-aa210034272e" providerId="ADAL" clId="{9BDDE7DB-8B59-4016-95BD-7367634F3211}" dt="2026-09-21T21:22:16.478" v="15584" actId="1076"/>
          <ac:spMkLst>
            <pc:docMk/>
            <pc:sldMk cId="3047505495" sldId="2147482965"/>
            <ac:spMk id="29" creationId="{6A76D59C-01B8-D09C-B33C-58F1930B6DD4}"/>
          </ac:spMkLst>
        </pc:spChg>
        <pc:graphicFrameChg chg="add del mod">
          <ac:chgData name="최인호" userId="b4efcb7a-706e-4704-a9c1-aa210034272e" providerId="ADAL" clId="{9BDDE7DB-8B59-4016-95BD-7367634F3211}" dt="2026-09-21T21:17:40.984" v="15149" actId="21"/>
          <ac:graphicFrameMkLst>
            <pc:docMk/>
            <pc:sldMk cId="3047505495" sldId="2147482965"/>
            <ac:graphicFrameMk id="7" creationId="{5BCF2B65-35C7-C48D-FC83-179EB60177F4}"/>
          </ac:graphicFrameMkLst>
        </pc:graphicFrameChg>
        <pc:picChg chg="add del mod">
          <ac:chgData name="최인호" userId="b4efcb7a-706e-4704-a9c1-aa210034272e" providerId="ADAL" clId="{9BDDE7DB-8B59-4016-95BD-7367634F3211}" dt="2026-09-21T21:19:25.210" v="15205" actId="1076"/>
          <ac:picMkLst>
            <pc:docMk/>
            <pc:sldMk cId="3047505495" sldId="2147482965"/>
            <ac:picMk id="6" creationId="{192BA858-12D2-F6E5-BF3D-BB06624A0AA7}"/>
          </ac:picMkLst>
        </pc:picChg>
        <pc:picChg chg="add mod">
          <ac:chgData name="최인호" userId="b4efcb7a-706e-4704-a9c1-aa210034272e" providerId="ADAL" clId="{9BDDE7DB-8B59-4016-95BD-7367634F3211}" dt="2026-09-21T21:19:25.210" v="15205" actId="1076"/>
          <ac:picMkLst>
            <pc:docMk/>
            <pc:sldMk cId="3047505495" sldId="2147482965"/>
            <ac:picMk id="11" creationId="{6059641F-E304-5234-F203-E50B102A0CE0}"/>
          </ac:picMkLst>
        </pc:picChg>
        <pc:picChg chg="add mod">
          <ac:chgData name="최인호" userId="b4efcb7a-706e-4704-a9c1-aa210034272e" providerId="ADAL" clId="{9BDDE7DB-8B59-4016-95BD-7367634F3211}" dt="2026-09-21T21:22:02.334" v="15577" actId="1076"/>
          <ac:picMkLst>
            <pc:docMk/>
            <pc:sldMk cId="3047505495" sldId="2147482965"/>
            <ac:picMk id="13" creationId="{62D4BAD5-6ACF-E7D3-44D8-D13251CA02EA}"/>
          </ac:picMkLst>
        </pc:picChg>
        <pc:picChg chg="add mod">
          <ac:chgData name="최인호" userId="b4efcb7a-706e-4704-a9c1-aa210034272e" providerId="ADAL" clId="{9BDDE7DB-8B59-4016-95BD-7367634F3211}" dt="2026-09-21T21:22:11.609" v="15582" actId="1076"/>
          <ac:picMkLst>
            <pc:docMk/>
            <pc:sldMk cId="3047505495" sldId="2147482965"/>
            <ac:picMk id="15" creationId="{00E48C4B-E86E-C87C-CC20-1B698656350A}"/>
          </ac:picMkLst>
        </pc:picChg>
      </pc:sldChg>
      <pc:sldChg chg="addSp new del mod">
        <pc:chgData name="최인호" userId="b4efcb7a-706e-4704-a9c1-aa210034272e" providerId="ADAL" clId="{9BDDE7DB-8B59-4016-95BD-7367634F3211}" dt="2026-09-21T21:12:39.865" v="14829" actId="47"/>
        <pc:sldMkLst>
          <pc:docMk/>
          <pc:sldMk cId="3312742045" sldId="2147482965"/>
        </pc:sldMkLst>
        <pc:picChg chg="add">
          <ac:chgData name="최인호" userId="b4efcb7a-706e-4704-a9c1-aa210034272e" providerId="ADAL" clId="{9BDDE7DB-8B59-4016-95BD-7367634F3211}" dt="2026-09-21T20:57:42.097" v="13766" actId="22"/>
          <ac:picMkLst>
            <pc:docMk/>
            <pc:sldMk cId="3312742045" sldId="2147482965"/>
            <ac:picMk id="6" creationId="{0FC24EF7-7C86-BA7F-9FB0-6C206CB4CB5A}"/>
          </ac:picMkLst>
        </pc:picChg>
      </pc:sldChg>
      <pc:sldChg chg="addSp delSp new del mod">
        <pc:chgData name="최인호" userId="b4efcb7a-706e-4704-a9c1-aa210034272e" providerId="ADAL" clId="{9BDDE7DB-8B59-4016-95BD-7367634F3211}" dt="2026-09-21T21:24:41.329" v="15839" actId="2696"/>
        <pc:sldMkLst>
          <pc:docMk/>
          <pc:sldMk cId="3485275657" sldId="2147482966"/>
        </pc:sldMkLst>
        <pc:picChg chg="add del">
          <ac:chgData name="최인호" userId="b4efcb7a-706e-4704-a9c1-aa210034272e" providerId="ADAL" clId="{9BDDE7DB-8B59-4016-95BD-7367634F3211}" dt="2026-09-21T21:18:30.063" v="15160" actId="22"/>
          <ac:picMkLst>
            <pc:docMk/>
            <pc:sldMk cId="3485275657" sldId="2147482966"/>
            <ac:picMk id="6" creationId="{778724A9-CF50-DDC5-02AC-790BFC75B3D1}"/>
          </ac:picMkLst>
        </pc:picChg>
      </pc:sldChg>
      <pc:sldChg chg="addSp delSp modSp add mod">
        <pc:chgData name="최인호" userId="b4efcb7a-706e-4704-a9c1-aa210034272e" providerId="ADAL" clId="{9BDDE7DB-8B59-4016-95BD-7367634F3211}" dt="2026-09-21T21:24:44.202" v="15840" actId="1076"/>
        <pc:sldMkLst>
          <pc:docMk/>
          <pc:sldMk cId="3611137327" sldId="2147482967"/>
        </pc:sldMkLst>
        <pc:spChg chg="mod">
          <ac:chgData name="최인호" userId="b4efcb7a-706e-4704-a9c1-aa210034272e" providerId="ADAL" clId="{9BDDE7DB-8B59-4016-95BD-7367634F3211}" dt="2026-09-21T21:22:22.335" v="15586" actId="20577"/>
          <ac:spMkLst>
            <pc:docMk/>
            <pc:sldMk cId="3611137327" sldId="2147482967"/>
            <ac:spMk id="2" creationId="{892D4AA1-BD72-5CF8-FEA8-0A8E0523746B}"/>
          </ac:spMkLst>
        </pc:spChg>
        <pc:spChg chg="mod">
          <ac:chgData name="최인호" userId="b4efcb7a-706e-4704-a9c1-aa210034272e" providerId="ADAL" clId="{9BDDE7DB-8B59-4016-95BD-7367634F3211}" dt="2026-09-21T21:24:23.341" v="15838" actId="20577"/>
          <ac:spMkLst>
            <pc:docMk/>
            <pc:sldMk cId="3611137327" sldId="2147482967"/>
            <ac:spMk id="3" creationId="{DC82FF47-595E-72E8-008C-A06341E5BAD1}"/>
          </ac:spMkLst>
        </pc:spChg>
        <pc:spChg chg="add mod">
          <ac:chgData name="최인호" userId="b4efcb7a-706e-4704-a9c1-aa210034272e" providerId="ADAL" clId="{9BDDE7DB-8B59-4016-95BD-7367634F3211}" dt="2026-09-21T21:24:44.202" v="15840" actId="1076"/>
          <ac:spMkLst>
            <pc:docMk/>
            <pc:sldMk cId="3611137327" sldId="2147482967"/>
            <ac:spMk id="9" creationId="{703DFDEC-EA4A-8325-AB72-EA7DB1C16B48}"/>
          </ac:spMkLst>
        </pc:spChg>
        <pc:spChg chg="add mod">
          <ac:chgData name="최인호" userId="b4efcb7a-706e-4704-a9c1-aa210034272e" providerId="ADAL" clId="{9BDDE7DB-8B59-4016-95BD-7367634F3211}" dt="2026-09-21T21:24:44.202" v="15840" actId="1076"/>
          <ac:spMkLst>
            <pc:docMk/>
            <pc:sldMk cId="3611137327" sldId="2147482967"/>
            <ac:spMk id="12" creationId="{A38846DC-34AB-596D-4ABB-28339CF4B455}"/>
          </ac:spMkLst>
        </pc:spChg>
        <pc:spChg chg="add mod">
          <ac:chgData name="최인호" userId="b4efcb7a-706e-4704-a9c1-aa210034272e" providerId="ADAL" clId="{9BDDE7DB-8B59-4016-95BD-7367634F3211}" dt="2026-09-21T21:24:44.202" v="15840" actId="1076"/>
          <ac:spMkLst>
            <pc:docMk/>
            <pc:sldMk cId="3611137327" sldId="2147482967"/>
            <ac:spMk id="14" creationId="{0B893059-5C96-85F2-6F05-A7BAAFA591E5}"/>
          </ac:spMkLst>
        </pc:spChg>
        <pc:spChg chg="add mod">
          <ac:chgData name="최인호" userId="b4efcb7a-706e-4704-a9c1-aa210034272e" providerId="ADAL" clId="{9BDDE7DB-8B59-4016-95BD-7367634F3211}" dt="2026-09-21T21:24:44.202" v="15840" actId="1076"/>
          <ac:spMkLst>
            <pc:docMk/>
            <pc:sldMk cId="3611137327" sldId="2147482967"/>
            <ac:spMk id="16" creationId="{BD5C33BA-32FB-1594-161B-24BBCF77F977}"/>
          </ac:spMkLst>
        </pc:spChg>
        <pc:spChg chg="del">
          <ac:chgData name="최인호" userId="b4efcb7a-706e-4704-a9c1-aa210034272e" providerId="ADAL" clId="{9BDDE7DB-8B59-4016-95BD-7367634F3211}" dt="2026-09-21T21:22:33.119" v="15592" actId="21"/>
          <ac:spMkLst>
            <pc:docMk/>
            <pc:sldMk cId="3611137327" sldId="2147482967"/>
            <ac:spMk id="17" creationId="{F882E44A-F194-AA59-962C-FE6BBC75961F}"/>
          </ac:spMkLst>
        </pc:spChg>
        <pc:spChg chg="del">
          <ac:chgData name="최인호" userId="b4efcb7a-706e-4704-a9c1-aa210034272e" providerId="ADAL" clId="{9BDDE7DB-8B59-4016-95BD-7367634F3211}" dt="2026-09-21T21:23:27.585" v="15659" actId="21"/>
          <ac:spMkLst>
            <pc:docMk/>
            <pc:sldMk cId="3611137327" sldId="2147482967"/>
            <ac:spMk id="18" creationId="{DB3647A9-F215-0CDA-14C2-8D1AEE608009}"/>
          </ac:spMkLst>
        </pc:spChg>
        <pc:spChg chg="del">
          <ac:chgData name="최인호" userId="b4efcb7a-706e-4704-a9c1-aa210034272e" providerId="ADAL" clId="{9BDDE7DB-8B59-4016-95BD-7367634F3211}" dt="2026-09-21T21:23:29.928" v="15663" actId="21"/>
          <ac:spMkLst>
            <pc:docMk/>
            <pc:sldMk cId="3611137327" sldId="2147482967"/>
            <ac:spMk id="19" creationId="{EB2918FB-1B29-7443-A037-99E93A0168A8}"/>
          </ac:spMkLst>
        </pc:spChg>
        <pc:spChg chg="del">
          <ac:chgData name="최인호" userId="b4efcb7a-706e-4704-a9c1-aa210034272e" providerId="ADAL" clId="{9BDDE7DB-8B59-4016-95BD-7367634F3211}" dt="2026-09-21T21:22:31.447" v="15589" actId="21"/>
          <ac:spMkLst>
            <pc:docMk/>
            <pc:sldMk cId="3611137327" sldId="2147482967"/>
            <ac:spMk id="21" creationId="{76920AA9-D59C-4139-B60B-2836428888FB}"/>
          </ac:spMkLst>
        </pc:spChg>
        <pc:spChg chg="mod">
          <ac:chgData name="최인호" userId="b4efcb7a-706e-4704-a9c1-aa210034272e" providerId="ADAL" clId="{9BDDE7DB-8B59-4016-95BD-7367634F3211}" dt="2026-09-21T21:24:44.202" v="15840" actId="1076"/>
          <ac:spMkLst>
            <pc:docMk/>
            <pc:sldMk cId="3611137327" sldId="2147482967"/>
            <ac:spMk id="23" creationId="{D7354787-0389-0237-B924-9CE508FDC8BD}"/>
          </ac:spMkLst>
        </pc:spChg>
        <pc:spChg chg="del">
          <ac:chgData name="최인호" userId="b4efcb7a-706e-4704-a9c1-aa210034272e" providerId="ADAL" clId="{9BDDE7DB-8B59-4016-95BD-7367634F3211}" dt="2026-09-21T21:23:00.820" v="15653" actId="21"/>
          <ac:spMkLst>
            <pc:docMk/>
            <pc:sldMk cId="3611137327" sldId="2147482967"/>
            <ac:spMk id="24" creationId="{0202167B-D48C-381D-4385-EB909D64CA3A}"/>
          </ac:spMkLst>
        </pc:spChg>
        <pc:spChg chg="del">
          <ac:chgData name="최인호" userId="b4efcb7a-706e-4704-a9c1-aa210034272e" providerId="ADAL" clId="{9BDDE7DB-8B59-4016-95BD-7367634F3211}" dt="2026-09-21T21:22:37.728" v="15596" actId="21"/>
          <ac:spMkLst>
            <pc:docMk/>
            <pc:sldMk cId="3611137327" sldId="2147482967"/>
            <ac:spMk id="25" creationId="{4F8FB95B-5DDF-BE86-D541-266BB54B4983}"/>
          </ac:spMkLst>
        </pc:spChg>
        <pc:spChg chg="del">
          <ac:chgData name="최인호" userId="b4efcb7a-706e-4704-a9c1-aa210034272e" providerId="ADAL" clId="{9BDDE7DB-8B59-4016-95BD-7367634F3211}" dt="2026-09-21T21:23:28.672" v="15660" actId="21"/>
          <ac:spMkLst>
            <pc:docMk/>
            <pc:sldMk cId="3611137327" sldId="2147482967"/>
            <ac:spMk id="26" creationId="{7F523C0E-A514-E750-9222-AA26607D1AA2}"/>
          </ac:spMkLst>
        </pc:spChg>
        <pc:spChg chg="del">
          <ac:chgData name="최인호" userId="b4efcb7a-706e-4704-a9c1-aa210034272e" providerId="ADAL" clId="{9BDDE7DB-8B59-4016-95BD-7367634F3211}" dt="2026-09-21T21:23:29.570" v="15662" actId="21"/>
          <ac:spMkLst>
            <pc:docMk/>
            <pc:sldMk cId="3611137327" sldId="2147482967"/>
            <ac:spMk id="27" creationId="{0EE87C04-9549-D26D-CD5B-800033251955}"/>
          </ac:spMkLst>
        </pc:spChg>
        <pc:spChg chg="del">
          <ac:chgData name="최인호" userId="b4efcb7a-706e-4704-a9c1-aa210034272e" providerId="ADAL" clId="{9BDDE7DB-8B59-4016-95BD-7367634F3211}" dt="2026-09-21T21:23:30.513" v="15664" actId="21"/>
          <ac:spMkLst>
            <pc:docMk/>
            <pc:sldMk cId="3611137327" sldId="2147482967"/>
            <ac:spMk id="28" creationId="{B6C98664-24BE-99E5-4F7D-35631A5B5372}"/>
          </ac:spMkLst>
        </pc:spChg>
        <pc:spChg chg="mod">
          <ac:chgData name="최인호" userId="b4efcb7a-706e-4704-a9c1-aa210034272e" providerId="ADAL" clId="{9BDDE7DB-8B59-4016-95BD-7367634F3211}" dt="2026-09-21T21:24:44.202" v="15840" actId="1076"/>
          <ac:spMkLst>
            <pc:docMk/>
            <pc:sldMk cId="3611137327" sldId="2147482967"/>
            <ac:spMk id="29" creationId="{282D7A67-300A-006B-43DE-242923ABC031}"/>
          </ac:spMkLst>
        </pc:spChg>
        <pc:picChg chg="del">
          <ac:chgData name="최인호" userId="b4efcb7a-706e-4704-a9c1-aa210034272e" providerId="ADAL" clId="{9BDDE7DB-8B59-4016-95BD-7367634F3211}" dt="2026-09-21T21:22:30.858" v="15588" actId="21"/>
          <ac:picMkLst>
            <pc:docMk/>
            <pc:sldMk cId="3611137327" sldId="2147482967"/>
            <ac:picMk id="6" creationId="{35596B3E-FB98-5E82-18CB-3DF2549A2369}"/>
          </ac:picMkLst>
        </pc:picChg>
        <pc:picChg chg="add mod">
          <ac:chgData name="최인호" userId="b4efcb7a-706e-4704-a9c1-aa210034272e" providerId="ADAL" clId="{9BDDE7DB-8B59-4016-95BD-7367634F3211}" dt="2026-09-21T21:24:44.202" v="15840" actId="1076"/>
          <ac:picMkLst>
            <pc:docMk/>
            <pc:sldMk cId="3611137327" sldId="2147482967"/>
            <ac:picMk id="7" creationId="{F97806F4-2F92-8140-3662-B9DA13D6B025}"/>
          </ac:picMkLst>
        </pc:picChg>
        <pc:picChg chg="del">
          <ac:chgData name="최인호" userId="b4efcb7a-706e-4704-a9c1-aa210034272e" providerId="ADAL" clId="{9BDDE7DB-8B59-4016-95BD-7367634F3211}" dt="2026-09-21T21:22:32.560" v="15591" actId="21"/>
          <ac:picMkLst>
            <pc:docMk/>
            <pc:sldMk cId="3611137327" sldId="2147482967"/>
            <ac:picMk id="11" creationId="{C970ECB3-B33E-1A55-44C9-2FE713A5AB4E}"/>
          </ac:picMkLst>
        </pc:picChg>
        <pc:picChg chg="del">
          <ac:chgData name="최인호" userId="b4efcb7a-706e-4704-a9c1-aa210034272e" providerId="ADAL" clId="{9BDDE7DB-8B59-4016-95BD-7367634F3211}" dt="2026-09-21T21:23:28.972" v="15661" actId="21"/>
          <ac:picMkLst>
            <pc:docMk/>
            <pc:sldMk cId="3611137327" sldId="2147482967"/>
            <ac:picMk id="13" creationId="{324A6CB4-E4C8-18AC-9B64-0B9F0D91F2EA}"/>
          </ac:picMkLst>
        </pc:picChg>
        <pc:picChg chg="add del">
          <ac:chgData name="최인호" userId="b4efcb7a-706e-4704-a9c1-aa210034272e" providerId="ADAL" clId="{9BDDE7DB-8B59-4016-95BD-7367634F3211}" dt="2026-09-21T21:23:27.175" v="15658" actId="21"/>
          <ac:picMkLst>
            <pc:docMk/>
            <pc:sldMk cId="3611137327" sldId="2147482967"/>
            <ac:picMk id="15" creationId="{592A0AAC-7416-359D-1EAE-B473F44A3FCB}"/>
          </ac:picMkLst>
        </pc:picChg>
        <pc:picChg chg="add del mod">
          <ac:chgData name="최인호" userId="b4efcb7a-706e-4704-a9c1-aa210034272e" providerId="ADAL" clId="{9BDDE7DB-8B59-4016-95BD-7367634F3211}" dt="2026-09-21T21:24:01.974" v="15750" actId="21"/>
          <ac:picMkLst>
            <pc:docMk/>
            <pc:sldMk cId="3611137327" sldId="2147482967"/>
            <ac:picMk id="22" creationId="{EBE543F5-8C8A-A8F5-CFF8-F40553B76BB3}"/>
          </ac:picMkLst>
        </pc:picChg>
        <pc:picChg chg="add mod">
          <ac:chgData name="최인호" userId="b4efcb7a-706e-4704-a9c1-aa210034272e" providerId="ADAL" clId="{9BDDE7DB-8B59-4016-95BD-7367634F3211}" dt="2026-09-21T21:24:44.202" v="15840" actId="1076"/>
          <ac:picMkLst>
            <pc:docMk/>
            <pc:sldMk cId="3611137327" sldId="2147482967"/>
            <ac:picMk id="31" creationId="{7BECC1C6-3C11-5BCC-6B41-33C8C6129A06}"/>
          </ac:picMkLst>
        </pc:picChg>
      </pc:sldChg>
      <pc:sldChg chg="modSp new del mod">
        <pc:chgData name="최인호" userId="b4efcb7a-706e-4704-a9c1-aa210034272e" providerId="ADAL" clId="{9BDDE7DB-8B59-4016-95BD-7367634F3211}" dt="2026-09-22T06:10:55.541" v="19668" actId="2696"/>
        <pc:sldMkLst>
          <pc:docMk/>
          <pc:sldMk cId="3515642234" sldId="2147482968"/>
        </pc:sldMkLst>
        <pc:spChg chg="mod">
          <ac:chgData name="최인호" userId="b4efcb7a-706e-4704-a9c1-aa210034272e" providerId="ADAL" clId="{9BDDE7DB-8B59-4016-95BD-7367634F3211}" dt="2026-09-22T06:08:21.385" v="18874" actId="20577"/>
          <ac:spMkLst>
            <pc:docMk/>
            <pc:sldMk cId="3515642234" sldId="2147482968"/>
            <ac:spMk id="2" creationId="{A6D4E4AA-0BBF-7447-93D1-BD3D055C9560}"/>
          </ac:spMkLst>
        </pc:spChg>
        <pc:spChg chg="mod">
          <ac:chgData name="최인호" userId="b4efcb7a-706e-4704-a9c1-aa210034272e" providerId="ADAL" clId="{9BDDE7DB-8B59-4016-95BD-7367634F3211}" dt="2026-09-22T06:10:43.898" v="19667" actId="20577"/>
          <ac:spMkLst>
            <pc:docMk/>
            <pc:sldMk cId="3515642234" sldId="2147482968"/>
            <ac:spMk id="3" creationId="{E3337831-23D1-12B3-71E3-BD16AC8F6518}"/>
          </ac:spMkLst>
        </pc:spChg>
      </pc:sldChg>
      <pc:sldChg chg="add mod ord modShow">
        <pc:chgData name="최인호" userId="b4efcb7a-706e-4704-a9c1-aa210034272e" providerId="ADAL" clId="{9BDDE7DB-8B59-4016-95BD-7367634F3211}" dt="2026-09-22T06:44:19.214" v="20712" actId="729"/>
        <pc:sldMkLst>
          <pc:docMk/>
          <pc:sldMk cId="3560034867" sldId="2147482968"/>
        </pc:sldMkLst>
      </pc:sldChg>
      <pc:sldChg chg="addSp modSp add mod modShow">
        <pc:chgData name="최인호" userId="b4efcb7a-706e-4704-a9c1-aa210034272e" providerId="ADAL" clId="{9BDDE7DB-8B59-4016-95BD-7367634F3211}" dt="2026-09-22T06:44:21.314" v="20713" actId="729"/>
        <pc:sldMkLst>
          <pc:docMk/>
          <pc:sldMk cId="2910793831" sldId="2147482969"/>
        </pc:sldMkLst>
        <pc:spChg chg="mod">
          <ac:chgData name="최인호" userId="b4efcb7a-706e-4704-a9c1-aa210034272e" providerId="ADAL" clId="{9BDDE7DB-8B59-4016-95BD-7367634F3211}" dt="2026-09-22T06:14:54.541" v="20498" actId="20577"/>
          <ac:spMkLst>
            <pc:docMk/>
            <pc:sldMk cId="2910793831" sldId="2147482969"/>
            <ac:spMk id="2" creationId="{C16F1C88-E9EA-E16A-C4A9-3EB9EEDBCA29}"/>
          </ac:spMkLst>
        </pc:spChg>
        <pc:spChg chg="mod">
          <ac:chgData name="최인호" userId="b4efcb7a-706e-4704-a9c1-aa210034272e" providerId="ADAL" clId="{9BDDE7DB-8B59-4016-95BD-7367634F3211}" dt="2026-09-22T06:13:26.089" v="20032" actId="21"/>
          <ac:spMkLst>
            <pc:docMk/>
            <pc:sldMk cId="2910793831" sldId="2147482969"/>
            <ac:spMk id="3" creationId="{6B87DF20-BDC4-13AC-CC7B-40874222A34B}"/>
          </ac:spMkLst>
        </pc:spChg>
        <pc:spChg chg="add mod">
          <ac:chgData name="최인호" userId="b4efcb7a-706e-4704-a9c1-aa210034272e" providerId="ADAL" clId="{9BDDE7DB-8B59-4016-95BD-7367634F3211}" dt="2026-09-22T06:14:40.840" v="20458" actId="207"/>
          <ac:spMkLst>
            <pc:docMk/>
            <pc:sldMk cId="2910793831" sldId="2147482969"/>
            <ac:spMk id="7" creationId="{EA65EA47-E0AD-30B9-928D-CD7C62030D9B}"/>
          </ac:spMkLst>
        </pc:spChg>
        <pc:picChg chg="add mod">
          <ac:chgData name="최인호" userId="b4efcb7a-706e-4704-a9c1-aa210034272e" providerId="ADAL" clId="{9BDDE7DB-8B59-4016-95BD-7367634F3211}" dt="2026-09-22T06:13:19.008" v="20018" actId="1076"/>
          <ac:picMkLst>
            <pc:docMk/>
            <pc:sldMk cId="2910793831" sldId="2147482969"/>
            <ac:picMk id="6" creationId="{134D1A68-C213-FFD1-ED7B-F529279FE417}"/>
          </ac:picMkLst>
        </pc:picChg>
      </pc:sldChg>
      <pc:sldChg chg="addSp delSp modSp new mod ord modShow">
        <pc:chgData name="최인호" userId="b4efcb7a-706e-4704-a9c1-aa210034272e" providerId="ADAL" clId="{9BDDE7DB-8B59-4016-95BD-7367634F3211}" dt="2026-09-22T07:06:46.484" v="21443" actId="729"/>
        <pc:sldMkLst>
          <pc:docMk/>
          <pc:sldMk cId="2501301169" sldId="2147482970"/>
        </pc:sldMkLst>
        <pc:spChg chg="mod">
          <ac:chgData name="최인호" userId="b4efcb7a-706e-4704-a9c1-aa210034272e" providerId="ADAL" clId="{9BDDE7DB-8B59-4016-95BD-7367634F3211}" dt="2026-09-22T07:06:05.471" v="21262" actId="20577"/>
          <ac:spMkLst>
            <pc:docMk/>
            <pc:sldMk cId="2501301169" sldId="2147482970"/>
            <ac:spMk id="2" creationId="{0CB3EAA2-3D7C-76C5-B39C-1467A3DADF52}"/>
          </ac:spMkLst>
        </pc:spChg>
        <pc:spChg chg="mod">
          <ac:chgData name="최인호" userId="b4efcb7a-706e-4704-a9c1-aa210034272e" providerId="ADAL" clId="{9BDDE7DB-8B59-4016-95BD-7367634F3211}" dt="2026-09-22T07:06:37.621" v="21441" actId="20577"/>
          <ac:spMkLst>
            <pc:docMk/>
            <pc:sldMk cId="2501301169" sldId="2147482970"/>
            <ac:spMk id="3" creationId="{D6274484-4CF1-58A4-41C4-E3695BE23C7B}"/>
          </ac:spMkLst>
        </pc:spChg>
        <pc:spChg chg="add del">
          <ac:chgData name="최인호" userId="b4efcb7a-706e-4704-a9c1-aa210034272e" providerId="ADAL" clId="{9BDDE7DB-8B59-4016-95BD-7367634F3211}" dt="2026-09-22T07:05:26.847" v="21177" actId="21"/>
          <ac:spMkLst>
            <pc:docMk/>
            <pc:sldMk cId="2501301169" sldId="2147482970"/>
            <ac:spMk id="7" creationId="{EC9DD2A6-C1B8-3952-09A0-77E9FE9C7E7E}"/>
          </ac:spMkLst>
        </pc:spChg>
        <pc:spChg chg="add mod">
          <ac:chgData name="최인호" userId="b4efcb7a-706e-4704-a9c1-aa210034272e" providerId="ADAL" clId="{9BDDE7DB-8B59-4016-95BD-7367634F3211}" dt="2026-09-22T07:06:42.269" v="21442" actId="1076"/>
          <ac:spMkLst>
            <pc:docMk/>
            <pc:sldMk cId="2501301169" sldId="2147482970"/>
            <ac:spMk id="9" creationId="{FAD3D926-822D-FB1C-E088-BBB1A8B9820A}"/>
          </ac:spMkLst>
        </pc:spChg>
        <pc:picChg chg="add mod">
          <ac:chgData name="최인호" userId="b4efcb7a-706e-4704-a9c1-aa210034272e" providerId="ADAL" clId="{9BDDE7DB-8B59-4016-95BD-7367634F3211}" dt="2026-09-22T07:06:42.269" v="21442" actId="1076"/>
          <ac:picMkLst>
            <pc:docMk/>
            <pc:sldMk cId="2501301169" sldId="2147482970"/>
            <ac:picMk id="6" creationId="{EDED9EF5-F8EF-4C7C-54FF-E4CC2040FE56}"/>
          </ac:picMkLst>
        </pc:picChg>
      </pc:sldChg>
      <pc:sldChg chg="addSp modSp new mod modShow">
        <pc:chgData name="최인호" userId="b4efcb7a-706e-4704-a9c1-aa210034272e" providerId="ADAL" clId="{9BDDE7DB-8B59-4016-95BD-7367634F3211}" dt="2026-09-22T07:54:01.222" v="21545" actId="729"/>
        <pc:sldMkLst>
          <pc:docMk/>
          <pc:sldMk cId="3906413038" sldId="2147482971"/>
        </pc:sldMkLst>
        <pc:spChg chg="mod">
          <ac:chgData name="최인호" userId="b4efcb7a-706e-4704-a9c1-aa210034272e" providerId="ADAL" clId="{9BDDE7DB-8B59-4016-95BD-7367634F3211}" dt="2026-09-22T06:44:47.543" v="20791" actId="20577"/>
          <ac:spMkLst>
            <pc:docMk/>
            <pc:sldMk cId="3906413038" sldId="2147482971"/>
            <ac:spMk id="2" creationId="{704FC1F9-7B18-7D0A-0696-E7834AD89639}"/>
          </ac:spMkLst>
        </pc:spChg>
        <pc:spChg chg="mod">
          <ac:chgData name="최인호" userId="b4efcb7a-706e-4704-a9c1-aa210034272e" providerId="ADAL" clId="{9BDDE7DB-8B59-4016-95BD-7367634F3211}" dt="2026-09-22T07:07:29.614" v="21544" actId="6549"/>
          <ac:spMkLst>
            <pc:docMk/>
            <pc:sldMk cId="3906413038" sldId="2147482971"/>
            <ac:spMk id="3" creationId="{1D5D2980-A8A8-DB85-2E65-284438585D5F}"/>
          </ac:spMkLst>
        </pc:spChg>
        <pc:spChg chg="add mod">
          <ac:chgData name="최인호" userId="b4efcb7a-706e-4704-a9c1-aa210034272e" providerId="ADAL" clId="{9BDDE7DB-8B59-4016-95BD-7367634F3211}" dt="2026-09-22T07:06:57.510" v="21444" actId="1076"/>
          <ac:spMkLst>
            <pc:docMk/>
            <pc:sldMk cId="3906413038" sldId="2147482971"/>
            <ac:spMk id="5" creationId="{B8D58606-4FD3-7B40-FDFB-5ADEE425FD8B}"/>
          </ac:spMkLst>
        </pc:spChg>
      </pc:sldChg>
      <pc:sldMasterChg chg="modSldLayout">
        <pc:chgData name="최인호" userId="b4efcb7a-706e-4704-a9c1-aa210034272e" providerId="ADAL" clId="{9BDDE7DB-8B59-4016-95BD-7367634F3211}" dt="2026-08-30T00:42:53.267" v="0" actId="21"/>
        <pc:sldMasterMkLst>
          <pc:docMk/>
          <pc:sldMasterMk cId="2438712584" sldId="2147483648"/>
        </pc:sldMasterMkLst>
        <pc:sldLayoutChg chg="delSp mod">
          <pc:chgData name="최인호" userId="b4efcb7a-706e-4704-a9c1-aa210034272e" providerId="ADAL" clId="{9BDDE7DB-8B59-4016-95BD-7367634F3211}" dt="2026-08-30T00:42:53.267" v="0" actId="21"/>
          <pc:sldLayoutMkLst>
            <pc:docMk/>
            <pc:sldMasterMk cId="2438712584" sldId="2147483648"/>
            <pc:sldLayoutMk cId="3392598067" sldId="2147483667"/>
          </pc:sldLayoutMkLst>
        </pc:sldLayoutChg>
      </pc:sldMasterChg>
    </pc:docChg>
  </pc:docChgLst>
  <pc:docChgLst>
    <pc:chgData name="박소영" userId="184a8102-682f-4b3c-8dcd-402f876ecdad" providerId="ADAL" clId="{74468872-212F-4C71-8EBA-A742D7981218}"/>
    <pc:docChg chg="undo custSel modSld sldOrd modMainMaster">
      <pc:chgData name="박소영" userId="184a8102-682f-4b3c-8dcd-402f876ecdad" providerId="ADAL" clId="{74468872-212F-4C71-8EBA-A742D7981218}" dt="2026-08-31T04:46:27.567" v="247" actId="1582"/>
      <pc:docMkLst>
        <pc:docMk/>
      </pc:docMkLst>
      <pc:sldChg chg="modSp">
        <pc:chgData name="박소영" userId="184a8102-682f-4b3c-8dcd-402f876ecdad" providerId="ADAL" clId="{74468872-212F-4C71-8EBA-A742D7981218}" dt="2026-08-31T00:48:05.511" v="14" actId="2711"/>
        <pc:sldMkLst>
          <pc:docMk/>
          <pc:sldMk cId="1921936451" sldId="1108"/>
        </pc:sldMkLst>
        <pc:spChg chg="mod">
          <ac:chgData name="박소영" userId="184a8102-682f-4b3c-8dcd-402f876ecdad" providerId="ADAL" clId="{74468872-212F-4C71-8EBA-A742D7981218}" dt="2026-08-31T00:46:23.319" v="0" actId="27636"/>
          <ac:spMkLst>
            <pc:docMk/>
            <pc:sldMk cId="1921936451" sldId="1108"/>
            <ac:spMk id="5" creationId="{886D90FB-8F9B-527F-6735-327D19D40E7C}"/>
          </ac:spMkLst>
        </pc:spChg>
        <pc:spChg chg="mod">
          <ac:chgData name="박소영" userId="184a8102-682f-4b3c-8dcd-402f876ecdad" providerId="ADAL" clId="{74468872-212F-4C71-8EBA-A742D7981218}" dt="2026-08-31T00:48:05.511" v="14" actId="2711"/>
          <ac:spMkLst>
            <pc:docMk/>
            <pc:sldMk cId="1921936451" sldId="1108"/>
            <ac:spMk id="6" creationId="{210D1A71-9D53-723E-B15D-05160C7DC972}"/>
          </ac:spMkLst>
        </pc:spChg>
      </pc:sldChg>
      <pc:sldChg chg="modSp">
        <pc:chgData name="박소영" userId="184a8102-682f-4b3c-8dcd-402f876ecdad" providerId="ADAL" clId="{74468872-212F-4C71-8EBA-A742D7981218}" dt="2026-08-31T04:41:00.390" v="82" actId="1582"/>
        <pc:sldMkLst>
          <pc:docMk/>
          <pc:sldMk cId="3328109715" sldId="2147482843"/>
        </pc:sldMkLst>
        <pc:spChg chg="mod">
          <ac:chgData name="박소영" userId="184a8102-682f-4b3c-8dcd-402f876ecdad" providerId="ADAL" clId="{74468872-212F-4C71-8EBA-A742D7981218}" dt="2026-08-31T04:41:00.390" v="82" actId="1582"/>
          <ac:spMkLst>
            <pc:docMk/>
            <pc:sldMk cId="3328109715" sldId="2147482843"/>
            <ac:spMk id="9" creationId="{5B7B3AC5-DC48-ACB1-FCED-F9618372542F}"/>
          </ac:spMkLst>
        </pc:spChg>
      </pc:sldChg>
      <pc:sldChg chg="ord">
        <pc:chgData name="박소영" userId="184a8102-682f-4b3c-8dcd-402f876ecdad" providerId="ADAL" clId="{74468872-212F-4C71-8EBA-A742D7981218}" dt="2026-08-31T00:48:20.942" v="15"/>
        <pc:sldMkLst>
          <pc:docMk/>
          <pc:sldMk cId="664521859" sldId="2147482850"/>
        </pc:sldMkLst>
      </pc:sldChg>
      <pc:sldChg chg="modSp">
        <pc:chgData name="박소영" userId="184a8102-682f-4b3c-8dcd-402f876ecdad" providerId="ADAL" clId="{74468872-212F-4C71-8EBA-A742D7981218}" dt="2026-08-31T04:45:25.404" v="224" actId="14100"/>
        <pc:sldMkLst>
          <pc:docMk/>
          <pc:sldMk cId="3952952479" sldId="2147482854"/>
        </pc:sldMkLst>
      </pc:sldChg>
      <pc:sldChg chg="modSp">
        <pc:chgData name="박소영" userId="184a8102-682f-4b3c-8dcd-402f876ecdad" providerId="ADAL" clId="{74468872-212F-4C71-8EBA-A742D7981218}" dt="2026-08-31T04:41:14.297" v="83" actId="1582"/>
        <pc:sldMkLst>
          <pc:docMk/>
          <pc:sldMk cId="3348286730" sldId="2147482863"/>
        </pc:sldMkLst>
        <pc:spChg chg="mod">
          <ac:chgData name="박소영" userId="184a8102-682f-4b3c-8dcd-402f876ecdad" providerId="ADAL" clId="{74468872-212F-4C71-8EBA-A742D7981218}" dt="2026-08-31T04:41:14.297" v="83" actId="1582"/>
          <ac:spMkLst>
            <pc:docMk/>
            <pc:sldMk cId="3348286730" sldId="2147482863"/>
            <ac:spMk id="29" creationId="{3DFC7A2A-9F98-6AD9-A873-E1F259AD3B74}"/>
          </ac:spMkLst>
        </pc:spChg>
      </pc:sldChg>
      <pc:sldChg chg="modSp">
        <pc:chgData name="박소영" userId="184a8102-682f-4b3c-8dcd-402f876ecdad" providerId="ADAL" clId="{74468872-212F-4C71-8EBA-A742D7981218}" dt="2026-08-31T00:49:02.967" v="20" actId="1076"/>
        <pc:sldMkLst>
          <pc:docMk/>
          <pc:sldMk cId="442877275" sldId="2147482868"/>
        </pc:sldMkLst>
        <pc:spChg chg="mod">
          <ac:chgData name="박소영" userId="184a8102-682f-4b3c-8dcd-402f876ecdad" providerId="ADAL" clId="{74468872-212F-4C71-8EBA-A742D7981218}" dt="2026-08-31T00:49:02.967" v="20" actId="1076"/>
          <ac:spMkLst>
            <pc:docMk/>
            <pc:sldMk cId="442877275" sldId="2147482868"/>
            <ac:spMk id="9" creationId="{8215F9C5-2C98-DFD3-5AD5-3408C776E0FC}"/>
          </ac:spMkLst>
        </pc:spChg>
      </pc:sldChg>
      <pc:sldChg chg="modSp">
        <pc:chgData name="박소영" userId="184a8102-682f-4b3c-8dcd-402f876ecdad" providerId="ADAL" clId="{74468872-212F-4C71-8EBA-A742D7981218}" dt="2026-08-31T04:42:17.996" v="104" actId="1582"/>
        <pc:sldMkLst>
          <pc:docMk/>
          <pc:sldMk cId="3453765024" sldId="2147482871"/>
        </pc:sldMkLst>
        <pc:spChg chg="mod">
          <ac:chgData name="박소영" userId="184a8102-682f-4b3c-8dcd-402f876ecdad" providerId="ADAL" clId="{74468872-212F-4C71-8EBA-A742D7981218}" dt="2026-08-31T04:42:17.996" v="104" actId="1582"/>
          <ac:spMkLst>
            <pc:docMk/>
            <pc:sldMk cId="3453765024" sldId="2147482871"/>
            <ac:spMk id="30" creationId="{8AB8EAC5-9F29-4921-FE6A-F43098A2AEBD}"/>
          </ac:spMkLst>
        </pc:spChg>
      </pc:sldChg>
      <pc:sldChg chg="modSp">
        <pc:chgData name="박소영" userId="184a8102-682f-4b3c-8dcd-402f876ecdad" providerId="ADAL" clId="{74468872-212F-4C71-8EBA-A742D7981218}" dt="2026-08-31T00:49:24.997" v="21" actId="2711"/>
        <pc:sldMkLst>
          <pc:docMk/>
          <pc:sldMk cId="4010677980" sldId="2147482872"/>
        </pc:sldMkLst>
        <pc:spChg chg="mod">
          <ac:chgData name="박소영" userId="184a8102-682f-4b3c-8dcd-402f876ecdad" providerId="ADAL" clId="{74468872-212F-4C71-8EBA-A742D7981218}" dt="2026-08-31T00:46:23.329" v="1" actId="27636"/>
          <ac:spMkLst>
            <pc:docMk/>
            <pc:sldMk cId="4010677980" sldId="2147482872"/>
            <ac:spMk id="5" creationId="{B55B38FD-3E7F-B1C9-5530-C63801FE4BDA}"/>
          </ac:spMkLst>
        </pc:spChg>
        <pc:spChg chg="mod">
          <ac:chgData name="박소영" userId="184a8102-682f-4b3c-8dcd-402f876ecdad" providerId="ADAL" clId="{74468872-212F-4C71-8EBA-A742D7981218}" dt="2026-08-31T00:49:24.997" v="21" actId="2711"/>
          <ac:spMkLst>
            <pc:docMk/>
            <pc:sldMk cId="4010677980" sldId="2147482872"/>
            <ac:spMk id="6" creationId="{038EB1DE-4FFB-E0D8-53E6-7FFA62ADDE10}"/>
          </ac:spMkLst>
        </pc:spChg>
      </pc:sldChg>
      <pc:sldChg chg="modSp">
        <pc:chgData name="박소영" userId="184a8102-682f-4b3c-8dcd-402f876ecdad" providerId="ADAL" clId="{74468872-212F-4C71-8EBA-A742D7981218}" dt="2026-08-31T00:49:50.899" v="22" actId="14100"/>
        <pc:sldMkLst>
          <pc:docMk/>
          <pc:sldMk cId="2795882139" sldId="2147482878"/>
        </pc:sldMkLst>
      </pc:sldChg>
      <pc:sldChg chg="modSp">
        <pc:chgData name="박소영" userId="184a8102-682f-4b3c-8dcd-402f876ecdad" providerId="ADAL" clId="{74468872-212F-4C71-8EBA-A742D7981218}" dt="2026-08-31T00:50:53.581" v="26" actId="2711"/>
        <pc:sldMkLst>
          <pc:docMk/>
          <pc:sldMk cId="3148467720" sldId="2147482883"/>
        </pc:sldMkLst>
        <pc:spChg chg="mod">
          <ac:chgData name="박소영" userId="184a8102-682f-4b3c-8dcd-402f876ecdad" providerId="ADAL" clId="{74468872-212F-4C71-8EBA-A742D7981218}" dt="2026-08-31T00:46:23.337" v="2" actId="27636"/>
          <ac:spMkLst>
            <pc:docMk/>
            <pc:sldMk cId="3148467720" sldId="2147482883"/>
            <ac:spMk id="5" creationId="{B71F3409-C460-6824-A438-4F31A1F30319}"/>
          </ac:spMkLst>
        </pc:spChg>
        <pc:spChg chg="mod">
          <ac:chgData name="박소영" userId="184a8102-682f-4b3c-8dcd-402f876ecdad" providerId="ADAL" clId="{74468872-212F-4C71-8EBA-A742D7981218}" dt="2026-08-31T00:50:53.581" v="26" actId="2711"/>
          <ac:spMkLst>
            <pc:docMk/>
            <pc:sldMk cId="3148467720" sldId="2147482883"/>
            <ac:spMk id="6" creationId="{DA1E6D36-9DA1-7318-D9D2-B2D6191FEB40}"/>
          </ac:spMkLst>
        </pc:spChg>
      </pc:sldChg>
      <pc:sldChg chg="modSp">
        <pc:chgData name="박소영" userId="184a8102-682f-4b3c-8dcd-402f876ecdad" providerId="ADAL" clId="{74468872-212F-4C71-8EBA-A742D7981218}" dt="2026-08-31T04:44:53.979" v="206" actId="1582"/>
        <pc:sldMkLst>
          <pc:docMk/>
          <pc:sldMk cId="1835657542" sldId="2147482889"/>
        </pc:sldMkLst>
        <pc:spChg chg="mod">
          <ac:chgData name="박소영" userId="184a8102-682f-4b3c-8dcd-402f876ecdad" providerId="ADAL" clId="{74468872-212F-4C71-8EBA-A742D7981218}" dt="2026-08-31T04:44:53.979" v="206" actId="1582"/>
          <ac:spMkLst>
            <pc:docMk/>
            <pc:sldMk cId="1835657542" sldId="2147482889"/>
            <ac:spMk id="18" creationId="{E7C38626-8FDC-2293-2123-4F1DFE59EDB3}"/>
          </ac:spMkLst>
        </pc:spChg>
      </pc:sldChg>
      <pc:sldChg chg="modSp">
        <pc:chgData name="박소영" userId="184a8102-682f-4b3c-8dcd-402f876ecdad" providerId="ADAL" clId="{74468872-212F-4C71-8EBA-A742D7981218}" dt="2026-08-31T04:45:06.712" v="212" actId="1035"/>
        <pc:sldMkLst>
          <pc:docMk/>
          <pc:sldMk cId="1939663362" sldId="2147482890"/>
        </pc:sldMkLst>
        <pc:spChg chg="mod">
          <ac:chgData name="박소영" userId="184a8102-682f-4b3c-8dcd-402f876ecdad" providerId="ADAL" clId="{74468872-212F-4C71-8EBA-A742D7981218}" dt="2026-08-31T04:45:06.712" v="212" actId="1035"/>
          <ac:spMkLst>
            <pc:docMk/>
            <pc:sldMk cId="1939663362" sldId="2147482890"/>
            <ac:spMk id="6" creationId="{EA574EB5-3198-18C9-77B3-53D11B1CD8F7}"/>
          </ac:spMkLst>
        </pc:spChg>
        <pc:spChg chg="mod">
          <ac:chgData name="박소영" userId="184a8102-682f-4b3c-8dcd-402f876ecdad" providerId="ADAL" clId="{74468872-212F-4C71-8EBA-A742D7981218}" dt="2026-08-31T00:52:15.760" v="39" actId="14100"/>
          <ac:spMkLst>
            <pc:docMk/>
            <pc:sldMk cId="1939663362" sldId="2147482890"/>
            <ac:spMk id="15" creationId="{38E89203-498C-236E-2AE8-40708A5B19F6}"/>
          </ac:spMkLst>
        </pc:spChg>
      </pc:sldChg>
      <pc:sldChg chg="modSp">
        <pc:chgData name="박소영" userId="184a8102-682f-4b3c-8dcd-402f876ecdad" providerId="ADAL" clId="{74468872-212F-4C71-8EBA-A742D7981218}" dt="2026-08-31T04:45:37.854" v="226" actId="14100"/>
        <pc:sldMkLst>
          <pc:docMk/>
          <pc:sldMk cId="1472846686" sldId="2147482893"/>
        </pc:sldMkLst>
      </pc:sldChg>
      <pc:sldChg chg="modSp">
        <pc:chgData name="박소영" userId="184a8102-682f-4b3c-8dcd-402f876ecdad" providerId="ADAL" clId="{74468872-212F-4C71-8EBA-A742D7981218}" dt="2026-08-31T00:52:01.596" v="38" actId="122"/>
        <pc:sldMkLst>
          <pc:docMk/>
          <pc:sldMk cId="1657160770" sldId="2147482895"/>
        </pc:sldMkLst>
        <pc:spChg chg="mod">
          <ac:chgData name="박소영" userId="184a8102-682f-4b3c-8dcd-402f876ecdad" providerId="ADAL" clId="{74468872-212F-4C71-8EBA-A742D7981218}" dt="2026-08-31T00:52:01.596" v="38" actId="122"/>
          <ac:spMkLst>
            <pc:docMk/>
            <pc:sldMk cId="1657160770" sldId="2147482895"/>
            <ac:spMk id="12" creationId="{971FA6AA-94E7-34D9-27E6-82898C5B3814}"/>
          </ac:spMkLst>
        </pc:spChg>
        <pc:spChg chg="mod">
          <ac:chgData name="박소영" userId="184a8102-682f-4b3c-8dcd-402f876ecdad" providerId="ADAL" clId="{74468872-212F-4C71-8EBA-A742D7981218}" dt="2026-08-31T00:51:59.527" v="37" actId="122"/>
          <ac:spMkLst>
            <pc:docMk/>
            <pc:sldMk cId="1657160770" sldId="2147482895"/>
            <ac:spMk id="13" creationId="{6373DAD6-C0D9-6B9F-D640-239624007A1A}"/>
          </ac:spMkLst>
        </pc:spChg>
        <pc:spChg chg="mod">
          <ac:chgData name="박소영" userId="184a8102-682f-4b3c-8dcd-402f876ecdad" providerId="ADAL" clId="{74468872-212F-4C71-8EBA-A742D7981218}" dt="2026-08-31T00:51:56.190" v="36" actId="122"/>
          <ac:spMkLst>
            <pc:docMk/>
            <pc:sldMk cId="1657160770" sldId="2147482895"/>
            <ac:spMk id="14" creationId="{EEF81CFB-CB4B-DA8B-BCEB-AE03EAF00008}"/>
          </ac:spMkLst>
        </pc:spChg>
      </pc:sldChg>
      <pc:sldChg chg="modSp">
        <pc:chgData name="박소영" userId="184a8102-682f-4b3c-8dcd-402f876ecdad" providerId="ADAL" clId="{74468872-212F-4C71-8EBA-A742D7981218}" dt="2026-08-31T04:46:00.988" v="232" actId="1582"/>
        <pc:sldMkLst>
          <pc:docMk/>
          <pc:sldMk cId="3414199624" sldId="2147482900"/>
        </pc:sldMkLst>
        <pc:spChg chg="mod">
          <ac:chgData name="박소영" userId="184a8102-682f-4b3c-8dcd-402f876ecdad" providerId="ADAL" clId="{74468872-212F-4C71-8EBA-A742D7981218}" dt="2026-08-31T04:46:00.988" v="232" actId="1582"/>
          <ac:spMkLst>
            <pc:docMk/>
            <pc:sldMk cId="3414199624" sldId="2147482900"/>
            <ac:spMk id="18" creationId="{20DE1E9B-2D85-A570-FF47-3EA91D48A761}"/>
          </ac:spMkLst>
        </pc:spChg>
      </pc:sldChg>
      <pc:sldChg chg="modSp">
        <pc:chgData name="박소영" userId="184a8102-682f-4b3c-8dcd-402f876ecdad" providerId="ADAL" clId="{74468872-212F-4C71-8EBA-A742D7981218}" dt="2026-08-31T01:21:46.874" v="81" actId="1035"/>
        <pc:sldMkLst>
          <pc:docMk/>
          <pc:sldMk cId="845727787" sldId="2147482902"/>
        </pc:sldMkLst>
        <pc:spChg chg="mod">
          <ac:chgData name="박소영" userId="184a8102-682f-4b3c-8dcd-402f876ecdad" providerId="ADAL" clId="{74468872-212F-4C71-8EBA-A742D7981218}" dt="2026-08-31T01:21:46.874" v="81" actId="1035"/>
          <ac:spMkLst>
            <pc:docMk/>
            <pc:sldMk cId="845727787" sldId="2147482902"/>
            <ac:spMk id="11" creationId="{AE0C4E7C-0815-4380-8459-233A6E93297D}"/>
          </ac:spMkLst>
        </pc:spChg>
      </pc:sldChg>
      <pc:sldChg chg="modSp">
        <pc:chgData name="박소영" userId="184a8102-682f-4b3c-8dcd-402f876ecdad" providerId="ADAL" clId="{74468872-212F-4C71-8EBA-A742D7981218}" dt="2026-08-31T04:45:52.295" v="231" actId="1035"/>
        <pc:sldMkLst>
          <pc:docMk/>
          <pc:sldMk cId="2648963353" sldId="2147482904"/>
        </pc:sldMkLst>
      </pc:sldChg>
      <pc:sldChg chg="modSp">
        <pc:chgData name="박소영" userId="184a8102-682f-4b3c-8dcd-402f876ecdad" providerId="ADAL" clId="{74468872-212F-4C71-8EBA-A742D7981218}" dt="2026-08-31T01:17:25.132" v="60" actId="1038"/>
        <pc:sldMkLst>
          <pc:docMk/>
          <pc:sldMk cId="3663593388" sldId="2147482912"/>
        </pc:sldMkLst>
        <pc:spChg chg="mod">
          <ac:chgData name="박소영" userId="184a8102-682f-4b3c-8dcd-402f876ecdad" providerId="ADAL" clId="{74468872-212F-4C71-8EBA-A742D7981218}" dt="2026-08-31T01:16:48.143" v="42" actId="2711"/>
          <ac:spMkLst>
            <pc:docMk/>
            <pc:sldMk cId="3663593388" sldId="2147482912"/>
            <ac:spMk id="2" creationId="{49E4116B-80CD-2918-E30E-1C8A401E5E2F}"/>
          </ac:spMkLst>
        </pc:spChg>
        <pc:spChg chg="mod">
          <ac:chgData name="박소영" userId="184a8102-682f-4b3c-8dcd-402f876ecdad" providerId="ADAL" clId="{74468872-212F-4C71-8EBA-A742D7981218}" dt="2026-08-31T01:17:25.132" v="60" actId="1038"/>
          <ac:spMkLst>
            <pc:docMk/>
            <pc:sldMk cId="3663593388" sldId="2147482912"/>
            <ac:spMk id="3" creationId="{0643B27D-936C-79C4-2332-204A8CB0E962}"/>
          </ac:spMkLst>
        </pc:spChg>
        <pc:spChg chg="mod">
          <ac:chgData name="박소영" userId="184a8102-682f-4b3c-8dcd-402f876ecdad" providerId="ADAL" clId="{74468872-212F-4C71-8EBA-A742D7981218}" dt="2026-08-31T01:16:41.603" v="41" actId="2711"/>
          <ac:spMkLst>
            <pc:docMk/>
            <pc:sldMk cId="3663593388" sldId="2147482912"/>
            <ac:spMk id="5" creationId="{E59DED5B-DD1A-87D6-36C3-6CF3484F014C}"/>
          </ac:spMkLst>
        </pc:spChg>
        <pc:spChg chg="mod">
          <ac:chgData name="박소영" userId="184a8102-682f-4b3c-8dcd-402f876ecdad" providerId="ADAL" clId="{74468872-212F-4C71-8EBA-A742D7981218}" dt="2026-08-31T01:17:25.132" v="60" actId="1038"/>
          <ac:spMkLst>
            <pc:docMk/>
            <pc:sldMk cId="3663593388" sldId="2147482912"/>
            <ac:spMk id="10" creationId="{858EC246-363D-7420-A83E-E48BB4A534E5}"/>
          </ac:spMkLst>
        </pc:spChg>
        <pc:spChg chg="mod">
          <ac:chgData name="박소영" userId="184a8102-682f-4b3c-8dcd-402f876ecdad" providerId="ADAL" clId="{74468872-212F-4C71-8EBA-A742D7981218}" dt="2026-08-31T01:17:25.132" v="60" actId="1038"/>
          <ac:spMkLst>
            <pc:docMk/>
            <pc:sldMk cId="3663593388" sldId="2147482912"/>
            <ac:spMk id="11" creationId="{2B806C93-778B-0112-B8CB-78A2FFB91B6F}"/>
          </ac:spMkLst>
        </pc:spChg>
        <pc:spChg chg="mod">
          <ac:chgData name="박소영" userId="184a8102-682f-4b3c-8dcd-402f876ecdad" providerId="ADAL" clId="{74468872-212F-4C71-8EBA-A742D7981218}" dt="2026-08-31T01:17:25.132" v="60" actId="1038"/>
          <ac:spMkLst>
            <pc:docMk/>
            <pc:sldMk cId="3663593388" sldId="2147482912"/>
            <ac:spMk id="12" creationId="{BF9D7395-214D-41B2-3657-11D8ED416410}"/>
          </ac:spMkLst>
        </pc:spChg>
        <pc:spChg chg="mod">
          <ac:chgData name="박소영" userId="184a8102-682f-4b3c-8dcd-402f876ecdad" providerId="ADAL" clId="{74468872-212F-4C71-8EBA-A742D7981218}" dt="2026-08-31T01:17:25.132" v="60" actId="1038"/>
          <ac:spMkLst>
            <pc:docMk/>
            <pc:sldMk cId="3663593388" sldId="2147482912"/>
            <ac:spMk id="13" creationId="{6CF29D29-352B-57EF-FE8C-C156D170AB99}"/>
          </ac:spMkLst>
        </pc:spChg>
      </pc:sldChg>
      <pc:sldChg chg="modSp">
        <pc:chgData name="박소영" userId="184a8102-682f-4b3c-8dcd-402f876ecdad" providerId="ADAL" clId="{74468872-212F-4C71-8EBA-A742D7981218}" dt="2026-08-31T00:51:21.062" v="27" actId="2711"/>
        <pc:sldMkLst>
          <pc:docMk/>
          <pc:sldMk cId="3296083937" sldId="2147482913"/>
        </pc:sldMkLst>
        <pc:spChg chg="mod">
          <ac:chgData name="박소영" userId="184a8102-682f-4b3c-8dcd-402f876ecdad" providerId="ADAL" clId="{74468872-212F-4C71-8EBA-A742D7981218}" dt="2026-08-31T00:46:23.349" v="3" actId="27636"/>
          <ac:spMkLst>
            <pc:docMk/>
            <pc:sldMk cId="3296083937" sldId="2147482913"/>
            <ac:spMk id="5" creationId="{7BB5FDB6-B04F-DBF8-D31C-E92FBAF100F7}"/>
          </ac:spMkLst>
        </pc:spChg>
        <pc:spChg chg="mod">
          <ac:chgData name="박소영" userId="184a8102-682f-4b3c-8dcd-402f876ecdad" providerId="ADAL" clId="{74468872-212F-4C71-8EBA-A742D7981218}" dt="2026-08-31T00:51:21.062" v="27" actId="2711"/>
          <ac:spMkLst>
            <pc:docMk/>
            <pc:sldMk cId="3296083937" sldId="2147482913"/>
            <ac:spMk id="6" creationId="{DAF94E15-3B6E-81B7-44B4-0129233949EF}"/>
          </ac:spMkLst>
        </pc:spChg>
      </pc:sldChg>
      <pc:sldChg chg="modSp">
        <pc:chgData name="박소영" userId="184a8102-682f-4b3c-8dcd-402f876ecdad" providerId="ADAL" clId="{74468872-212F-4C71-8EBA-A742D7981218}" dt="2026-08-31T00:52:42.003" v="40" actId="2711"/>
        <pc:sldMkLst>
          <pc:docMk/>
          <pc:sldMk cId="2693877214" sldId="2147482914"/>
        </pc:sldMkLst>
        <pc:spChg chg="mod">
          <ac:chgData name="박소영" userId="184a8102-682f-4b3c-8dcd-402f876ecdad" providerId="ADAL" clId="{74468872-212F-4C71-8EBA-A742D7981218}" dt="2026-08-31T00:46:23.356" v="4" actId="27636"/>
          <ac:spMkLst>
            <pc:docMk/>
            <pc:sldMk cId="2693877214" sldId="2147482914"/>
            <ac:spMk id="5" creationId="{5ACDB383-417E-A9D4-71D6-F7792AB675F5}"/>
          </ac:spMkLst>
        </pc:spChg>
        <pc:spChg chg="mod">
          <ac:chgData name="박소영" userId="184a8102-682f-4b3c-8dcd-402f876ecdad" providerId="ADAL" clId="{74468872-212F-4C71-8EBA-A742D7981218}" dt="2026-08-31T00:52:42.003" v="40" actId="2711"/>
          <ac:spMkLst>
            <pc:docMk/>
            <pc:sldMk cId="2693877214" sldId="2147482914"/>
            <ac:spMk id="6" creationId="{E62A8825-20D5-1930-74AE-7F312FF2F0AC}"/>
          </ac:spMkLst>
        </pc:spChg>
      </pc:sldChg>
      <pc:sldChg chg="modSp">
        <pc:chgData name="박소영" userId="184a8102-682f-4b3c-8dcd-402f876ecdad" providerId="ADAL" clId="{74468872-212F-4C71-8EBA-A742D7981218}" dt="2026-08-31T04:46:27.567" v="247" actId="1582"/>
        <pc:sldMkLst>
          <pc:docMk/>
          <pc:sldMk cId="1066071061" sldId="2147482916"/>
        </pc:sldMkLst>
        <pc:spChg chg="mod">
          <ac:chgData name="박소영" userId="184a8102-682f-4b3c-8dcd-402f876ecdad" providerId="ADAL" clId="{74468872-212F-4C71-8EBA-A742D7981218}" dt="2026-08-31T04:46:27.567" v="247" actId="1582"/>
          <ac:spMkLst>
            <pc:docMk/>
            <pc:sldMk cId="1066071061" sldId="2147482916"/>
            <ac:spMk id="6" creationId="{5CCF293A-366C-176E-1AC5-257934CFB1AE}"/>
          </ac:spMkLst>
        </pc:spChg>
      </pc:sldChg>
      <pc:sldChg chg="modSp">
        <pc:chgData name="박소영" userId="184a8102-682f-4b3c-8dcd-402f876ecdad" providerId="ADAL" clId="{74468872-212F-4C71-8EBA-A742D7981218}" dt="2026-08-31T04:44:44.490" v="203" actId="1582"/>
        <pc:sldMkLst>
          <pc:docMk/>
          <pc:sldMk cId="279020305" sldId="2147482942"/>
        </pc:sldMkLst>
        <pc:spChg chg="mod">
          <ac:chgData name="박소영" userId="184a8102-682f-4b3c-8dcd-402f876ecdad" providerId="ADAL" clId="{74468872-212F-4C71-8EBA-A742D7981218}" dt="2026-08-31T04:44:40.763" v="202" actId="1582"/>
          <ac:spMkLst>
            <pc:docMk/>
            <pc:sldMk cId="279020305" sldId="2147482942"/>
            <ac:spMk id="9" creationId="{E0B21B66-32C5-5F66-F5B1-BF23C4EE4F72}"/>
          </ac:spMkLst>
        </pc:spChg>
      </pc:sldChg>
      <pc:sldChg chg="modSp">
        <pc:chgData name="박소영" userId="184a8102-682f-4b3c-8dcd-402f876ecdad" providerId="ADAL" clId="{74468872-212F-4C71-8EBA-A742D7981218}" dt="2026-08-31T04:46:16.039" v="236" actId="14100"/>
        <pc:sldMkLst>
          <pc:docMk/>
          <pc:sldMk cId="645573470" sldId="2147482944"/>
        </pc:sldMkLst>
        <pc:spChg chg="mod">
          <ac:chgData name="박소영" userId="184a8102-682f-4b3c-8dcd-402f876ecdad" providerId="ADAL" clId="{74468872-212F-4C71-8EBA-A742D7981218}" dt="2026-08-31T01:21:25.269" v="74" actId="14100"/>
          <ac:spMkLst>
            <pc:docMk/>
            <pc:sldMk cId="645573470" sldId="2147482944"/>
            <ac:spMk id="11" creationId="{2AF3787F-BCDD-7D53-D551-9FD7CCA4D339}"/>
          </ac:spMkLst>
        </pc:spChg>
      </pc:sldChg>
      <pc:sldMasterChg chg="modSldLayout">
        <pc:chgData name="박소영" userId="184a8102-682f-4b3c-8dcd-402f876ecdad" providerId="ADAL" clId="{74468872-212F-4C71-8EBA-A742D7981218}" dt="2026-08-31T00:47:29.293" v="13" actId="1076"/>
        <pc:sldMasterMkLst>
          <pc:docMk/>
          <pc:sldMasterMk cId="2438712584" sldId="2147483648"/>
        </pc:sldMasterMkLst>
        <pc:sldLayoutChg chg="modSp">
          <pc:chgData name="박소영" userId="184a8102-682f-4b3c-8dcd-402f876ecdad" providerId="ADAL" clId="{74468872-212F-4C71-8EBA-A742D7981218}" dt="2026-08-31T00:46:47.131" v="5" actId="2711"/>
          <pc:sldLayoutMkLst>
            <pc:docMk/>
            <pc:sldMasterMk cId="2438712584" sldId="2147483648"/>
            <pc:sldLayoutMk cId="2156505084" sldId="2147483664"/>
          </pc:sldLayoutMkLst>
          <pc:spChg chg="mod">
            <ac:chgData name="박소영" userId="184a8102-682f-4b3c-8dcd-402f876ecdad" providerId="ADAL" clId="{74468872-212F-4C71-8EBA-A742D7981218}" dt="2026-08-31T00:46:47.131" v="5" actId="2711"/>
            <ac:spMkLst>
              <pc:docMk/>
              <pc:sldMasterMk cId="2438712584" sldId="2147483648"/>
              <pc:sldLayoutMk cId="2156505084" sldId="2147483664"/>
              <ac:spMk id="2" creationId="{C2C6F9F2-1E6E-482C-DCFC-15AFD8452EC2}"/>
            </ac:spMkLst>
          </pc:spChg>
        </pc:sldLayoutChg>
        <pc:sldLayoutChg chg="modSp">
          <pc:chgData name="박소영" userId="184a8102-682f-4b3c-8dcd-402f876ecdad" providerId="ADAL" clId="{74468872-212F-4C71-8EBA-A742D7981218}" dt="2026-08-31T00:47:00.746" v="7" actId="2711"/>
          <pc:sldLayoutMkLst>
            <pc:docMk/>
            <pc:sldMasterMk cId="2438712584" sldId="2147483648"/>
            <pc:sldLayoutMk cId="3145514297" sldId="2147483665"/>
          </pc:sldLayoutMkLst>
          <pc:spChg chg="mod">
            <ac:chgData name="박소영" userId="184a8102-682f-4b3c-8dcd-402f876ecdad" providerId="ADAL" clId="{74468872-212F-4C71-8EBA-A742D7981218}" dt="2026-08-31T00:47:00.746" v="7" actId="2711"/>
            <ac:spMkLst>
              <pc:docMk/>
              <pc:sldMasterMk cId="2438712584" sldId="2147483648"/>
              <pc:sldLayoutMk cId="3145514297" sldId="2147483665"/>
              <ac:spMk id="2" creationId="{10BC42A9-8221-8D10-FB0B-25F1C2BE02DB}"/>
            </ac:spMkLst>
          </pc:spChg>
          <pc:spChg chg="mod">
            <ac:chgData name="박소영" userId="184a8102-682f-4b3c-8dcd-402f876ecdad" providerId="ADAL" clId="{74468872-212F-4C71-8EBA-A742D7981218}" dt="2026-08-31T00:46:55.813" v="6" actId="2711"/>
            <ac:spMkLst>
              <pc:docMk/>
              <pc:sldMasterMk cId="2438712584" sldId="2147483648"/>
              <pc:sldLayoutMk cId="3145514297" sldId="2147483665"/>
              <ac:spMk id="17" creationId="{9F4D6CE9-7EA9-1195-ED84-833DF07A577F}"/>
            </ac:spMkLst>
          </pc:spChg>
        </pc:sldLayoutChg>
        <pc:sldLayoutChg chg="modSp">
          <pc:chgData name="박소영" userId="184a8102-682f-4b3c-8dcd-402f876ecdad" providerId="ADAL" clId="{74468872-212F-4C71-8EBA-A742D7981218}" dt="2026-08-31T00:47:06.503" v="8" actId="2711"/>
          <pc:sldLayoutMkLst>
            <pc:docMk/>
            <pc:sldMasterMk cId="2438712584" sldId="2147483648"/>
            <pc:sldLayoutMk cId="3392598067" sldId="2147483667"/>
          </pc:sldLayoutMkLst>
          <pc:spChg chg="mod">
            <ac:chgData name="박소영" userId="184a8102-682f-4b3c-8dcd-402f876ecdad" providerId="ADAL" clId="{74468872-212F-4C71-8EBA-A742D7981218}" dt="2026-08-31T00:47:06.503" v="8" actId="2711"/>
            <ac:spMkLst>
              <pc:docMk/>
              <pc:sldMasterMk cId="2438712584" sldId="2147483648"/>
              <pc:sldLayoutMk cId="3392598067" sldId="2147483667"/>
              <ac:spMk id="2" creationId="{182EF08A-7027-0505-FDDB-79111F493D84}"/>
            </ac:spMkLst>
          </pc:spChg>
        </pc:sldLayoutChg>
        <pc:sldLayoutChg chg="modSp">
          <pc:chgData name="박소영" userId="184a8102-682f-4b3c-8dcd-402f876ecdad" providerId="ADAL" clId="{74468872-212F-4C71-8EBA-A742D7981218}" dt="2026-08-31T00:47:29.293" v="13" actId="1076"/>
          <pc:sldLayoutMkLst>
            <pc:docMk/>
            <pc:sldMasterMk cId="2438712584" sldId="2147483648"/>
            <pc:sldLayoutMk cId="2114044737" sldId="2147483668"/>
          </pc:sldLayoutMkLst>
          <pc:spChg chg="mod">
            <ac:chgData name="박소영" userId="184a8102-682f-4b3c-8dcd-402f876ecdad" providerId="ADAL" clId="{74468872-212F-4C71-8EBA-A742D7981218}" dt="2026-08-31T00:47:11.290" v="9" actId="2711"/>
            <ac:spMkLst>
              <pc:docMk/>
              <pc:sldMasterMk cId="2438712584" sldId="2147483648"/>
              <pc:sldLayoutMk cId="2114044737" sldId="2147483668"/>
              <ac:spMk id="22" creationId="{B9464DA3-1C05-EFEF-0CF9-DB2F9DD02B2B}"/>
            </ac:spMkLst>
          </pc:spChg>
          <pc:spChg chg="mod">
            <ac:chgData name="박소영" userId="184a8102-682f-4b3c-8dcd-402f876ecdad" providerId="ADAL" clId="{74468872-212F-4C71-8EBA-A742D7981218}" dt="2026-08-31T00:47:11.290" v="9" actId="2711"/>
            <ac:spMkLst>
              <pc:docMk/>
              <pc:sldMasterMk cId="2438712584" sldId="2147483648"/>
              <pc:sldLayoutMk cId="2114044737" sldId="2147483668"/>
              <ac:spMk id="23" creationId="{6784E3E8-FB05-307A-C97C-4713B7C014B9}"/>
            </ac:spMkLst>
          </pc:spChg>
          <pc:spChg chg="mod">
            <ac:chgData name="박소영" userId="184a8102-682f-4b3c-8dcd-402f876ecdad" providerId="ADAL" clId="{74468872-212F-4C71-8EBA-A742D7981218}" dt="2026-08-31T00:47:14.960" v="11" actId="1076"/>
            <ac:spMkLst>
              <pc:docMk/>
              <pc:sldMasterMk cId="2438712584" sldId="2147483648"/>
              <pc:sldLayoutMk cId="2114044737" sldId="2147483668"/>
              <ac:spMk id="26" creationId="{750F22C9-2529-AE94-336D-6E746940236C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37" creationId="{39AFE619-AB3A-0BBA-33E3-E1BC52D04959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54" creationId="{BCEC1AD0-C2DA-E88F-C841-381E7EA5F954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56" creationId="{32547F1C-2B44-7C7D-4702-47C10D1B7ACD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58" creationId="{705881F2-A579-11B2-1DD1-3358984EF36B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60" creationId="{04A8C058-F64A-1E66-1F6F-62CD08270280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66" creationId="{EAF4F62C-570B-54E9-1C2B-F6220B1DEDFB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68" creationId="{B093DB5E-4207-05ED-BD91-422573F62F6B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70" creationId="{DA2C5F36-384A-AE38-6F31-2528D3932CC4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72" creationId="{E0A5109E-F4D0-EF87-C108-9589E6B29A3D}"/>
            </ac:spMkLst>
          </pc:spChg>
          <pc:spChg chg="mod">
            <ac:chgData name="박소영" userId="184a8102-682f-4b3c-8dcd-402f876ecdad" providerId="ADAL" clId="{74468872-212F-4C71-8EBA-A742D7981218}" dt="2026-08-31T00:47:29.293" v="13" actId="1076"/>
            <ac:spMkLst>
              <pc:docMk/>
              <pc:sldMasterMk cId="2438712584" sldId="2147483648"/>
              <pc:sldLayoutMk cId="2114044737" sldId="2147483668"/>
              <ac:spMk id="74" creationId="{F16D5B3A-B8BE-AF8B-E53F-1DFD17EF0B3E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76" creationId="{549DFD38-64A3-3B32-9262-6733C544D55B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78" creationId="{4BCB28D2-3412-A7F2-3E81-0DF9FF0A9BE0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80" creationId="{E8BCB0B5-D7F8-C222-6359-0A6D804F7281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82" creationId="{257F619C-BF55-D226-78AB-39D414172FA6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88" creationId="{D1F82DE5-7898-9F94-B684-5843C61EEDDD}"/>
            </ac:spMkLst>
          </pc:spChg>
          <pc:spChg chg="mod">
            <ac:chgData name="박소영" userId="184a8102-682f-4b3c-8dcd-402f876ecdad" providerId="ADAL" clId="{74468872-212F-4C71-8EBA-A742D7981218}" dt="2026-08-31T00:47:23.869" v="12" actId="2711"/>
            <ac:spMkLst>
              <pc:docMk/>
              <pc:sldMasterMk cId="2438712584" sldId="2147483648"/>
              <pc:sldLayoutMk cId="2114044737" sldId="2147483668"/>
              <ac:spMk id="90" creationId="{D2A22EB2-B2DB-5885-593C-2D56D00CD08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44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B964-4588-4DFD-A1BE-13031643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92564C-1E2F-A50C-6E94-71C849590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060CCB-8FB0-749D-2053-3D45E2346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08C57B-EAC9-CA32-23D9-4BEFDC2FD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9DCF2-59F8-45A0-B217-7CAD534E10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792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2E70-98FE-1957-CB31-CEE15E4C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A3E866-1821-9807-802F-ABDEF0335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4D7FDA-90B7-69C3-3DBF-E75ABF61F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CE234C-FD63-7EF4-FD4E-7C79FD07D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9DCF2-59F8-45A0-B217-7CAD534E102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3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893D-713B-DA79-AD6B-F415F07D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0C2627-9EED-A7DB-99C7-ED8D62EC9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6C5072-F62D-F84F-7CC4-81C75B517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403D5-1C05-92AC-D392-8AE711894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9DCF2-59F8-45A0-B217-7CAD534E102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291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00F14-E71E-4A19-F178-EC52102F6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B251F2-AF70-8C36-DE15-A3C6F6872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5F6ED-8B43-DC4F-EB51-A7F14C63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FADD42-B412-63F0-8EEF-85644C76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88A814-86D0-E841-89D7-2FDCF888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27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6D4D1-9681-8B6D-1EF1-B4C600AD3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53389A-8D2B-7A9D-6401-180E587AC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46F394-D23D-19FF-CEDD-041BD4FF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B3118-6619-59C7-E733-801747FF0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2602BA-21AD-175B-BEA5-30E935FE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82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5439C-E53C-DABE-4F48-25484E9F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038A0-5DBE-EB1E-3D04-64B7563F2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8E02ED-2E94-EC7C-0F3E-61659DAB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1B8404-F442-156A-65C5-1BE000C1E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B3DB69-FDCA-96A4-BD3D-51EDAC4B2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78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80823-8815-B4A8-9D85-7634D400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37E02-6E96-0A69-8166-AADC1A32B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105077-323C-3AEC-57EA-37A96093A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A49533-D45A-DAD5-D45E-B9CBC094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5CFAB-9F9E-4690-508A-5AFA98CF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F9613E-BB18-5AC9-C62F-64A95986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8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0F878-922E-62DB-A8DB-38D7F09D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6D2E60-676B-DBF1-9F0B-C909D4F1B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979094-305D-621A-7960-7DBCEF31A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D8D7BC-D9A3-10C0-8F8A-77D63B297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88D1D6-F838-409E-D506-FBCADA001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F37FD2-E3AE-1542-AAE9-7F24B95C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5C5BB0-9583-C50C-CCA0-5F267BE6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557611-BA49-711A-D29C-C3396612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43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78CA9-4C04-7FD5-8516-AF61B7D5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076F08-8C85-82BB-F911-FB5D4227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4BF701-944C-7800-EF07-88FB9478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D969DF-22FF-D500-02DC-EC53AB3F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41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2B75EC-DC93-D5C7-4143-806B53BE5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E6C64A-E91B-3C65-FBE3-3232E3B4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24F67-C2FF-9659-5AB7-BF1FC3CF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53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42782-B540-6EE8-7A54-2D55080FF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1AA04-33DD-738D-941C-20A28320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3AB12C-B67D-746C-4F23-96A7F2494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218B1-C349-C87C-40CD-EB8948F0B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56AFD0-F1BA-13F5-14A7-986C26F6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C46FB2-BDFA-8400-979B-4A268E7A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29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BFE40-7EA4-AE6D-9104-D36AB4EF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40E42E-DA17-6258-A999-BFE54038A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133246-BE6A-0776-0DAB-BBFDAAB4B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59C4B4-F789-D1B8-A0F8-91AF06F52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91D610-D17E-2D3D-69BE-3BDC0863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1EBDB5-1033-42C1-52BE-ECC8E5C3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64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57F04-D6F3-023F-FBE1-0D0D1DDE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511B4D-9CAB-2FE9-7CC0-941B52A63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26D1D1-A0D6-0E87-860C-942E5208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ED6135-E8CE-F522-A05B-B9FCBD87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C0542-D990-1D6B-F329-338C816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96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D09DCD-2FBF-ABD0-1709-AB3819250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5D743C-BACC-F03D-DE0E-6B25CFF41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61D84A-EAD3-8A10-24D7-87639033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4CA00C-CF57-875F-4578-F8682856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9A06D-96CF-3050-DCB4-7D867BF5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915B0-FE32-4AF5-80A4-2D17A9BAD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477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11121473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1BC5C-8E1F-F3FA-0F0E-53D58806F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1042100"/>
            <a:ext cx="11039475" cy="5318892"/>
          </a:xfrm>
          <a:noFill/>
        </p:spPr>
        <p:txBody>
          <a:bodyPr wrap="square" rtlCol="0">
            <a:spAutoFit/>
          </a:bodyPr>
          <a:lstStyle>
            <a:lvl1pPr>
              <a:lnSpc>
                <a:spcPct val="100000"/>
              </a:lnSpc>
              <a:defRPr lang="ko-KR" altLang="en-US" sz="2400" spc="0" baseline="0" smtClean="0">
                <a:solidFill>
                  <a:srgbClr val="193E94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  <a:lvl2pPr marL="457200" indent="0">
              <a:buNone/>
              <a:defRPr sz="20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2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 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/>
          </a:p>
        </p:txBody>
      </p:sp>
      <p:sp>
        <p:nvSpPr>
          <p:cNvPr id="5" name="슬라이드 번호 개체 틀 9">
            <a:extLst>
              <a:ext uri="{FF2B5EF4-FFF2-40B4-BE49-F238E27FC236}">
                <a16:creationId xmlns:a16="http://schemas.microsoft.com/office/drawing/2014/main" id="{C66415A1-8CAA-2354-7CC5-8435E5E8A35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724400" y="6492875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fld id="{E8D915B0-FE32-4AF5-80A4-2D17A9BAD0F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505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챕터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C42A9-8221-8D10-FB0B-25F1C2BE0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3532" y="2580741"/>
            <a:ext cx="10515600" cy="953324"/>
          </a:xfrm>
        </p:spPr>
        <p:txBody>
          <a:bodyPr>
            <a:normAutofit/>
          </a:bodyPr>
          <a:lstStyle>
            <a:lvl1pPr>
              <a:defRPr sz="6000" b="1" spc="-150" baseline="0">
                <a:solidFill>
                  <a:srgbClr val="164194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r>
              <a:rPr lang="en-US" altLang="ko-KR" dirty="0"/>
              <a:t>Chapter</a:t>
            </a:r>
            <a:r>
              <a:rPr lang="ko-KR" altLang="en-US" dirty="0"/>
              <a:t>제목 입력하기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4D6CE9-7EA9-1195-ED84-833DF07A577F}"/>
              </a:ext>
            </a:extLst>
          </p:cNvPr>
          <p:cNvSpPr/>
          <p:nvPr/>
        </p:nvSpPr>
        <p:spPr>
          <a:xfrm>
            <a:off x="1254182" y="1912305"/>
            <a:ext cx="1738800" cy="4320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2484A049-7072-B91B-A5F4-CBDCD3A64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54499" y="1954770"/>
            <a:ext cx="1714819" cy="371632"/>
          </a:xfr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lvl1pPr marL="0" indent="0" algn="ctr">
              <a:buNone/>
              <a:defRPr lang="ko-KR" altLang="en-US" sz="180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  <a:cs typeface="맑은 고딕 Semilight" panose="020B0502040204020203" pitchFamily="50" charset="-127"/>
              </a:defRPr>
            </a:lvl1pPr>
          </a:lstStyle>
          <a:p>
            <a:pPr marL="0" lvl="0" defTabSz="457200" latinLnBrk="0"/>
            <a:r>
              <a:rPr lang="en-US" altLang="ko-KR" dirty="0"/>
              <a:t>Chapter </a:t>
            </a:r>
            <a:r>
              <a:rPr lang="ko-KR" altLang="en-US" dirty="0"/>
              <a:t>넘버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3697F26-E70A-23D2-5505-9A4AA2806C4D}"/>
              </a:ext>
            </a:extLst>
          </p:cNvPr>
          <p:cNvSpPr/>
          <p:nvPr/>
        </p:nvSpPr>
        <p:spPr>
          <a:xfrm>
            <a:off x="3717043" y="775030"/>
            <a:ext cx="996862" cy="5414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  <a:cs typeface="맑은 고딕 Semilight" panose="020B0502040204020203" pitchFamily="50" charset="-127"/>
              </a:rPr>
              <a:t>Chapter 01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D46FA1F-192C-7DAA-0B95-AB48E3C1D1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8691" y="3498928"/>
            <a:ext cx="10147994" cy="337165"/>
          </a:xfrm>
        </p:spPr>
        <p:txBody>
          <a:bodyPr>
            <a:normAutofit/>
          </a:bodyPr>
          <a:lstStyle>
            <a:lvl1pPr marL="0" indent="0">
              <a:buNone/>
              <a:defRPr lang="ko-KR" altLang="en-US" sz="2000" b="0" kern="1200" spc="-15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145514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433397-789A-3DFE-8F40-900D0B08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EF3A1F-69A3-96A8-7F2C-3D3C453C0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C7AD7-54C4-DCBA-281C-B139B1AEF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B10681-70E8-6672-1393-018EEDF8A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F6A335-C3A0-2CBA-52E2-659E8440A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E8D915B0-FE32-4AF5-80A4-2D17A9BAD0F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871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  <p:sldLayoutId id="2147483665" r:id="rId1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F7BCE-53D7-AC67-F90E-93945604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6910738-E0F5-1990-CF50-2B4FCE33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5400" dirty="0">
                <a:ln>
                  <a:solidFill>
                    <a:srgbClr val="6C93C6">
                      <a:alpha val="0"/>
                    </a:srgbClr>
                  </a:solidFill>
                </a:ln>
              </a:rPr>
              <a:t>데이터 수집</a:t>
            </a:r>
            <a:endParaRPr lang="en-US" altLang="ko-KR" sz="5400" dirty="0">
              <a:ln>
                <a:solidFill>
                  <a:srgbClr val="6C93C6">
                    <a:alpha val="0"/>
                  </a:srgbClr>
                </a:solidFill>
              </a:ln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38EB1DE-4FFB-E0D8-53E6-7FFA62ADDE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UNIT</a:t>
            </a:r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02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5B38FD-3E7F-B1C9-5530-C63801FE4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/>
              <a:t>AI</a:t>
            </a:r>
            <a:r>
              <a:rPr lang="ko-KR" altLang="en-US"/>
              <a:t>를 활용한 데이터 수집과 분석 및 시각화 문서 제작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67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EA93-BCC1-C475-FFEF-FA5961A7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86B99-7FDB-B1AF-88F8-131BF679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를 데이터 수집 </a:t>
            </a:r>
            <a:r>
              <a:rPr lang="en-US" altLang="ko-KR"/>
              <a:t>/ </a:t>
            </a:r>
            <a:r>
              <a:rPr lang="ko-KR" altLang="en-US"/>
              <a:t>분석 프로세스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3102C7-A06C-264D-9DE4-01871CC2F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데이터 조사</a:t>
            </a:r>
            <a:endParaRPr lang="en-US" altLang="ko-KR" dirty="0"/>
          </a:p>
          <a:p>
            <a:pPr lvl="1"/>
            <a:r>
              <a:rPr lang="ko-KR" altLang="en-US" dirty="0"/>
              <a:t>필요한 데이터를 조사 방법을 이해합니다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AI </a:t>
            </a:r>
            <a:r>
              <a:rPr lang="ko-KR" altLang="en-US" dirty="0"/>
              <a:t>도구를 활용하여 데이터를 조사하는 방법을 익혀봅시다</a:t>
            </a:r>
            <a:r>
              <a:rPr lang="en-US" altLang="ko-KR" dirty="0"/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A3FF09-4613-348F-76F4-3A74A4A87946}"/>
              </a:ext>
            </a:extLst>
          </p:cNvPr>
          <p:cNvGrpSpPr/>
          <p:nvPr/>
        </p:nvGrpSpPr>
        <p:grpSpPr>
          <a:xfrm>
            <a:off x="1596651" y="4068725"/>
            <a:ext cx="7652344" cy="1623237"/>
            <a:chOff x="512130" y="4068725"/>
            <a:chExt cx="7652344" cy="1623237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D5B8849-F263-0D61-1599-F72757F0E4EB}"/>
                </a:ext>
              </a:extLst>
            </p:cNvPr>
            <p:cNvSpPr/>
            <p:nvPr/>
          </p:nvSpPr>
          <p:spPr>
            <a:xfrm>
              <a:off x="512130" y="4068725"/>
              <a:ext cx="1290084" cy="162323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목적 수립</a:t>
              </a:r>
            </a:p>
          </p:txBody>
        </p: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BF76C807-6F93-D4FF-9615-250FFD71B317}"/>
                </a:ext>
              </a:extLst>
            </p:cNvPr>
            <p:cNvSpPr/>
            <p:nvPr/>
          </p:nvSpPr>
          <p:spPr>
            <a:xfrm>
              <a:off x="1961702" y="4625162"/>
              <a:ext cx="318977" cy="38986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3763918-5812-A94B-C06B-6ED827A72C30}"/>
                </a:ext>
              </a:extLst>
            </p:cNvPr>
            <p:cNvSpPr/>
            <p:nvPr/>
          </p:nvSpPr>
          <p:spPr>
            <a:xfrm>
              <a:off x="2456781" y="4068725"/>
              <a:ext cx="1290084" cy="162323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데이터</a:t>
              </a:r>
              <a:endParaRPr lang="en-US" altLang="ko-KR" sz="1600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  <a:p>
              <a:pPr algn="ctr"/>
              <a:r>
                <a:rPr lang="ko-KR" altLang="en-US" sz="1600" dirty="0"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조사</a:t>
              </a:r>
            </a:p>
          </p:txBody>
        </p:sp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759B418A-44CB-2488-A5EC-09A8301FB4E6}"/>
                </a:ext>
              </a:extLst>
            </p:cNvPr>
            <p:cNvSpPr/>
            <p:nvPr/>
          </p:nvSpPr>
          <p:spPr>
            <a:xfrm>
              <a:off x="3922967" y="4625162"/>
              <a:ext cx="318977" cy="38986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8729973-5A1C-98DD-5E7F-27B0162C55F7}"/>
                </a:ext>
              </a:extLst>
            </p:cNvPr>
            <p:cNvSpPr/>
            <p:nvPr/>
          </p:nvSpPr>
          <p:spPr>
            <a:xfrm>
              <a:off x="4418046" y="4068725"/>
              <a:ext cx="1290084" cy="162323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데이터</a:t>
              </a:r>
              <a:endParaRPr lang="en-US" altLang="ko-KR" sz="1600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  <a:p>
              <a:pPr algn="ctr"/>
              <a:r>
                <a:rPr lang="ko-KR" altLang="en-US" sz="1600" dirty="0">
                  <a:latin typeface="나눔스퀘어OTF_ac" panose="020B0600000101010101" pitchFamily="34" charset="-127"/>
                  <a:ea typeface="나눔스퀘어OTF_ac" panose="020B0600000101010101" pitchFamily="34" charset="-127"/>
                </a:rPr>
                <a:t>선별</a:t>
              </a:r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EF638DB5-A090-232B-82DC-F9C246E6188D}"/>
                </a:ext>
              </a:extLst>
            </p:cNvPr>
            <p:cNvSpPr/>
            <p:nvPr/>
          </p:nvSpPr>
          <p:spPr>
            <a:xfrm>
              <a:off x="5884232" y="4625162"/>
              <a:ext cx="318977" cy="38986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B1884D52-513B-4369-E4B5-24886E4D5ECB}"/>
                </a:ext>
              </a:extLst>
            </p:cNvPr>
            <p:cNvSpPr/>
            <p:nvPr/>
          </p:nvSpPr>
          <p:spPr>
            <a:xfrm>
              <a:off x="7845497" y="4625162"/>
              <a:ext cx="318977" cy="38986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057B3AD-28FA-4E50-85A1-8EFE5EAB2993}"/>
              </a:ext>
            </a:extLst>
          </p:cNvPr>
          <p:cNvSpPr txBox="1"/>
          <p:nvPr/>
        </p:nvSpPr>
        <p:spPr>
          <a:xfrm>
            <a:off x="4134735" y="5999923"/>
            <a:ext cx="3922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실습 순서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B8EAC5-9F29-4921-FE6A-F43098A2AEBD}"/>
              </a:ext>
            </a:extLst>
          </p:cNvPr>
          <p:cNvSpPr/>
          <p:nvPr/>
        </p:nvSpPr>
        <p:spPr>
          <a:xfrm>
            <a:off x="3456627" y="3934047"/>
            <a:ext cx="1453117" cy="18818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7832BCD5-3130-0BA0-9F99-BA1F87ADB3F7}"/>
              </a:ext>
            </a:extLst>
          </p:cNvPr>
          <p:cNvSpPr/>
          <p:nvPr/>
        </p:nvSpPr>
        <p:spPr>
          <a:xfrm>
            <a:off x="3945339" y="3324339"/>
            <a:ext cx="439479" cy="542369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1AE3A17-F214-511F-70FD-77DF5AE034A9}"/>
              </a:ext>
            </a:extLst>
          </p:cNvPr>
          <p:cNvSpPr/>
          <p:nvPr/>
        </p:nvSpPr>
        <p:spPr>
          <a:xfrm>
            <a:off x="7463832" y="4068725"/>
            <a:ext cx="1290084" cy="16232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슬라이드</a:t>
            </a:r>
            <a:endParaRPr lang="en-US" altLang="ko-KR" sz="1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제안서</a:t>
            </a:r>
            <a:endParaRPr lang="en-US" altLang="ko-KR" sz="1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작성</a:t>
            </a:r>
            <a:endParaRPr lang="en-US" altLang="ko-KR" sz="1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3453770-B7A9-1780-6E50-7CC3A2080CBD}"/>
              </a:ext>
            </a:extLst>
          </p:cNvPr>
          <p:cNvSpPr/>
          <p:nvPr/>
        </p:nvSpPr>
        <p:spPr>
          <a:xfrm>
            <a:off x="9425097" y="4068725"/>
            <a:ext cx="1290084" cy="162323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인터랙티브</a:t>
            </a:r>
            <a:endParaRPr lang="en-US" altLang="ko-KR" sz="16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6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웹 문서</a:t>
            </a:r>
            <a:endParaRPr lang="en-US" altLang="ko-KR" sz="16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6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작성</a:t>
            </a:r>
            <a:endParaRPr lang="en-US" altLang="ko-KR" sz="1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2712FD-A365-5574-611A-4EEBD5E559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 dirty="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04717-86F6-AE8E-0AD6-D8BCEF580F1E}"/>
              </a:ext>
            </a:extLst>
          </p:cNvPr>
          <p:cNvSpPr txBox="1"/>
          <p:nvPr/>
        </p:nvSpPr>
        <p:spPr>
          <a:xfrm>
            <a:off x="3562019" y="2936630"/>
            <a:ext cx="114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2"/>
                </a:solidFill>
              </a:rPr>
              <a:t>UNIT02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76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0FD8F-D4C0-C7C0-B784-D913C42F4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7D140-8973-ED5D-B0BA-82E4A96AA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강사 시연 </a:t>
            </a:r>
            <a:r>
              <a:rPr lang="en-US" altLang="ko-KR"/>
              <a:t>- </a:t>
            </a:r>
            <a:r>
              <a:rPr lang="ko-KR" altLang="en-US"/>
              <a:t>데이터 수집 </a:t>
            </a:r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D49624-63DF-C0E1-683B-4AE9958AF5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868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강사의 시연 </a:t>
            </a:r>
            <a:r>
              <a:rPr lang="en-US" altLang="ko-KR" dirty="0"/>
              <a:t>- </a:t>
            </a:r>
            <a:r>
              <a:rPr lang="ko-KR" altLang="en-US" dirty="0"/>
              <a:t>구글 검색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구글 검색하기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Ctrl + Click </a:t>
            </a:r>
            <a:r>
              <a:rPr lang="ko-KR" altLang="en-US" dirty="0"/>
              <a:t>으로 웹사이트 </a:t>
            </a:r>
            <a:r>
              <a:rPr lang="ko-KR" altLang="en-US" dirty="0" err="1"/>
              <a:t>여러개</a:t>
            </a:r>
            <a:r>
              <a:rPr lang="ko-KR" altLang="en-US" dirty="0"/>
              <a:t> 열기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err="1"/>
              <a:t>관련있는</a:t>
            </a:r>
            <a:r>
              <a:rPr lang="ko-KR" altLang="en-US" dirty="0"/>
              <a:t> 것 같은 느낌이 든다면</a:t>
            </a:r>
            <a:r>
              <a:rPr lang="en-US" altLang="ko-KR" dirty="0"/>
              <a:t>, URL</a:t>
            </a:r>
            <a:r>
              <a:rPr lang="ko-KR" altLang="en-US" dirty="0"/>
              <a:t>을 메모장에 수집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92CD7D-8280-07EA-DD43-C8B1B19877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8A773-CF04-8C25-9829-9A79E74CA721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 dirty="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B445CA-840F-9BEE-8E8D-252ED97AC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41" y="2792061"/>
            <a:ext cx="4060921" cy="35318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42F3B6-1BAD-63AB-397D-F859A526A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898" y="3471784"/>
            <a:ext cx="4547102" cy="20117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69B1F5E-7125-3FC8-1866-BBB44DC602D7}"/>
              </a:ext>
            </a:extLst>
          </p:cNvPr>
          <p:cNvSpPr/>
          <p:nvPr/>
        </p:nvSpPr>
        <p:spPr>
          <a:xfrm>
            <a:off x="5791073" y="4188764"/>
            <a:ext cx="609853" cy="57775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88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E8743-7961-89B4-192C-E77414CE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B0903-2ABE-E8B3-E220-66B7148E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강사 시연 </a:t>
            </a:r>
            <a:r>
              <a:rPr lang="en-US" altLang="ko-KR"/>
              <a:t>- </a:t>
            </a:r>
            <a:r>
              <a:rPr lang="ko-KR" altLang="en-US"/>
              <a:t>데이터 수집 </a:t>
            </a:r>
            <a:r>
              <a:rPr lang="en-US" altLang="ko-KR"/>
              <a:t>2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C8755A-0DEA-CB9C-A7A9-62152A749B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5698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강사의 시연 </a:t>
            </a:r>
            <a:r>
              <a:rPr lang="en-US" altLang="ko-KR"/>
              <a:t>- Youtube </a:t>
            </a:r>
            <a:r>
              <a:rPr lang="ko-KR" altLang="en-US"/>
              <a:t>검색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찾고자 하는 이미지가 많이 뜨는 좋은 키워드 검색 시도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마음에 드는 영상 클릭 후 </a:t>
            </a:r>
            <a:r>
              <a:rPr lang="en-US" altLang="ko-KR"/>
              <a:t>URL </a:t>
            </a:r>
            <a:r>
              <a:rPr lang="ko-KR" altLang="en-US"/>
              <a:t>수집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5E0E0-52A6-6639-EA20-4BC3C96F1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D96B3-E12F-3E4E-ED01-57F29AE4B211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 dirty="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F2E0E35-5D1D-9525-AB1F-62AEF711A263}"/>
              </a:ext>
            </a:extLst>
          </p:cNvPr>
          <p:cNvSpPr/>
          <p:nvPr/>
        </p:nvSpPr>
        <p:spPr>
          <a:xfrm>
            <a:off x="5791073" y="4188764"/>
            <a:ext cx="609853" cy="57775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FFCC2-6035-E4AE-27EF-ED3DD7F60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35" y="2745974"/>
            <a:ext cx="4532901" cy="30699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69F5EED-2BA4-1BA3-7FE1-B22647218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847" y="3258579"/>
            <a:ext cx="4245941" cy="20447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86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EB2B1-BC7B-8A35-62FC-6321403E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수집한 </a:t>
            </a:r>
            <a:r>
              <a:rPr lang="en-US" altLang="ko-KR"/>
              <a:t>URL </a:t>
            </a:r>
            <a:r>
              <a:rPr lang="ko-KR" altLang="en-US"/>
              <a:t>을 </a:t>
            </a:r>
            <a:r>
              <a:rPr lang="en-US" altLang="ko-KR"/>
              <a:t>Gemini Notebook </a:t>
            </a:r>
            <a:r>
              <a:rPr lang="ko-KR" altLang="en-US"/>
              <a:t>에 입력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E02DEC-5CC2-FBA8-05FC-41F6573E89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4579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관심있는 </a:t>
            </a:r>
            <a:r>
              <a:rPr lang="en-US" altLang="ko-KR"/>
              <a:t>URL</a:t>
            </a:r>
            <a:r>
              <a:rPr lang="ko-KR" altLang="en-US"/>
              <a:t>을 </a:t>
            </a:r>
            <a:r>
              <a:rPr lang="en-US" altLang="ko-KR"/>
              <a:t>Gemini Notebook</a:t>
            </a:r>
            <a:r>
              <a:rPr lang="ko-KR" altLang="en-US"/>
              <a:t>에 입력합니다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소스에 웹사이트 </a:t>
            </a:r>
            <a:r>
              <a:rPr lang="en-US" altLang="ko-KR"/>
              <a:t>URL</a:t>
            </a:r>
            <a:r>
              <a:rPr lang="ko-KR" altLang="en-US"/>
              <a:t>을 등록합니다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329F80-46DD-0143-E1B9-E1A3D7D171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F7B839-E28D-A22D-5220-02F52A28F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72" y="3401267"/>
            <a:ext cx="2446998" cy="23926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4B8DD97-C46F-0D3D-B623-96CD701D4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611" y="3085226"/>
            <a:ext cx="3801497" cy="2971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FD45761-E4D7-1E27-A5BF-DDC3E027B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272" y="3144546"/>
            <a:ext cx="3193456" cy="28523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16E3DBC-0ADC-56BA-0D82-8693BBCFE124}"/>
              </a:ext>
            </a:extLst>
          </p:cNvPr>
          <p:cNvSpPr/>
          <p:nvPr/>
        </p:nvSpPr>
        <p:spPr>
          <a:xfrm>
            <a:off x="3341041" y="4385481"/>
            <a:ext cx="351608" cy="33310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E017C0E-2745-7B0F-096B-CBFCB49EF7C3}"/>
              </a:ext>
            </a:extLst>
          </p:cNvPr>
          <p:cNvSpPr/>
          <p:nvPr/>
        </p:nvSpPr>
        <p:spPr>
          <a:xfrm>
            <a:off x="7744386" y="4385481"/>
            <a:ext cx="351608" cy="33310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903707-19F9-75A6-8524-6D7A7343907E}"/>
              </a:ext>
            </a:extLst>
          </p:cNvPr>
          <p:cNvSpPr/>
          <p:nvPr/>
        </p:nvSpPr>
        <p:spPr>
          <a:xfrm>
            <a:off x="1393496" y="3978687"/>
            <a:ext cx="1267773" cy="2806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68AA13-5007-376B-B410-9D8B879FCC78}"/>
              </a:ext>
            </a:extLst>
          </p:cNvPr>
          <p:cNvSpPr/>
          <p:nvPr/>
        </p:nvSpPr>
        <p:spPr>
          <a:xfrm>
            <a:off x="4828227" y="5242095"/>
            <a:ext cx="658173" cy="2806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3CF519-EB6D-24AE-DD1B-86A7F89159C5}"/>
              </a:ext>
            </a:extLst>
          </p:cNvPr>
          <p:cNvSpPr/>
          <p:nvPr/>
        </p:nvSpPr>
        <p:spPr>
          <a:xfrm>
            <a:off x="8402066" y="3698048"/>
            <a:ext cx="2696377" cy="11112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E5779C-3833-084F-9DFC-C309A6C308A6}"/>
              </a:ext>
            </a:extLst>
          </p:cNvPr>
          <p:cNvSpPr/>
          <p:nvPr/>
        </p:nvSpPr>
        <p:spPr>
          <a:xfrm>
            <a:off x="10854137" y="5674864"/>
            <a:ext cx="450100" cy="2436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9" name="Chapter Header 19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03E8C4A-D050-7BE3-E483-C077DD943FFA}"/>
              </a:ext>
            </a:extLst>
          </p:cNvPr>
          <p:cNvSpPr/>
          <p:nvPr/>
        </p:nvSpPr>
        <p:spPr>
          <a:xfrm>
            <a:off x="1654233" y="1396538"/>
            <a:ext cx="9444210" cy="3614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Claude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에게 </a:t>
            </a:r>
            <a:r>
              <a:rPr lang="en-US" altLang="ko-KR" dirty="0"/>
              <a:t>&gt;URL</a:t>
            </a:r>
            <a:r>
              <a:rPr lang="ko-KR" altLang="en-US" dirty="0"/>
              <a:t>을 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4195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7EE8A-DEF4-8E75-09D9-7E7C9D8E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참고</a:t>
            </a:r>
            <a:r>
              <a:rPr lang="en-US" altLang="ko-KR"/>
              <a:t>] </a:t>
            </a:r>
            <a:r>
              <a:rPr lang="ko-KR" altLang="en-US"/>
              <a:t>모든 </a:t>
            </a:r>
            <a:r>
              <a:rPr lang="en-US" altLang="ko-KR"/>
              <a:t>URL</a:t>
            </a:r>
            <a:r>
              <a:rPr lang="ko-KR" altLang="en-US"/>
              <a:t>이 소스로 추가되지 않습니다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D64DD7-D51B-B3C9-467E-9185FCBBC4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64147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다음과 같은 사이트는 데이터 수집이 되지 않습니다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/>
              <a:t>원작자가 데이터 수집을 거절한 사이트 </a:t>
            </a:r>
            <a:r>
              <a:rPr lang="en-US" altLang="ko-KR" dirty="0"/>
              <a:t>URL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US" altLang="ko-KR" dirty="0" err="1"/>
              <a:t>Youtube</a:t>
            </a:r>
            <a:r>
              <a:rPr lang="en-US" altLang="ko-KR" dirty="0"/>
              <a:t> </a:t>
            </a:r>
            <a:r>
              <a:rPr lang="ko-KR" altLang="en-US" dirty="0"/>
              <a:t>자막 허용 안함으로 올린 동영상 </a:t>
            </a:r>
            <a:r>
              <a:rPr lang="en-US" altLang="ko-KR" dirty="0"/>
              <a:t>URL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DDF509-49B3-10DA-4A38-B4D81911966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9CAE89-B03F-1A3C-080F-911B657D4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351" y="949300"/>
            <a:ext cx="4354574" cy="54745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hapter Header 7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271043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256A7-1778-501C-6040-CF593CC2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수집한 사이트 정리시키기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9BAD9C-A4A0-CF0B-D61B-052271880A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Gemini Notebook</a:t>
            </a:r>
            <a:r>
              <a:rPr lang="ko-KR" altLang="en-US"/>
              <a:t>을 이용하여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ko-KR" altLang="en-US"/>
              <a:t>웹사이트를 내용을 빠르게 이해하고 정보를 수집할 수 있습니다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2D4B1-1237-8061-91AD-7DDB42989D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6B5F14-BEC8-0738-2BD6-EC0A5654D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307" y="2512855"/>
            <a:ext cx="3868693" cy="35166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23F4F7D-C364-4512-CD02-4071065A1BEE}"/>
              </a:ext>
            </a:extLst>
          </p:cNvPr>
          <p:cNvSpPr/>
          <p:nvPr/>
        </p:nvSpPr>
        <p:spPr>
          <a:xfrm>
            <a:off x="2343292" y="5613475"/>
            <a:ext cx="1865740" cy="2722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B5ECFD-15E4-4062-FA15-425A82D842B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878" y="3118546"/>
            <a:ext cx="3424376" cy="2125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9DC077-399B-D8A8-6406-2CE84D7BBE32}"/>
              </a:ext>
            </a:extLst>
          </p:cNvPr>
          <p:cNvSpPr txBox="1"/>
          <p:nvPr/>
        </p:nvSpPr>
        <p:spPr>
          <a:xfrm>
            <a:off x="6760707" y="4265025"/>
            <a:ext cx="2871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내가 전달한 사이트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URL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별로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내용 정리해봐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3" name="Chapter Header 13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155601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09353-D6D2-2BCB-0AFF-671AEACF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4C72-8487-8E2E-CBBE-8B475480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Web</a:t>
            </a:r>
            <a:r>
              <a:rPr lang="ko-KR" altLang="en-US"/>
              <a:t>을 활용하여 데이터 수집시</a:t>
            </a:r>
            <a:r>
              <a:rPr lang="en-US" altLang="ko-KR"/>
              <a:t>, </a:t>
            </a:r>
            <a:r>
              <a:rPr lang="ko-KR" altLang="en-US"/>
              <a:t>사람의 역할이 변화되었습니다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47054C-C2BA-420B-1AB5-0C6413F73D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334886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과거의 </a:t>
            </a:r>
            <a:r>
              <a:rPr lang="en-US" altLang="ko-KR" dirty="0"/>
              <a:t>Web </a:t>
            </a:r>
            <a:r>
              <a:rPr lang="ko-KR" altLang="en-US" dirty="0"/>
              <a:t>활용 데이터 수집 방법 및 사람의 역할</a:t>
            </a:r>
            <a:endParaRPr lang="en-US" altLang="ko-KR" dirty="0"/>
          </a:p>
          <a:p>
            <a:pPr marL="685800" lvl="1" indent="-457200">
              <a:buFont typeface="+mj-lt"/>
              <a:buAutoNum type="arabicPeriod"/>
            </a:pPr>
            <a:r>
              <a:rPr lang="en-US" altLang="ko-KR" dirty="0"/>
              <a:t>Google </a:t>
            </a:r>
            <a:r>
              <a:rPr lang="ko-KR" altLang="en-US" dirty="0"/>
              <a:t>검색 </a:t>
            </a:r>
            <a:r>
              <a:rPr lang="en-US" altLang="ko-KR" dirty="0"/>
              <a:t>-&gt; </a:t>
            </a:r>
            <a:r>
              <a:rPr lang="ko-KR" altLang="en-US" dirty="0"/>
              <a:t>사람이 직접 내용을 이해</a:t>
            </a:r>
            <a:endParaRPr lang="en-US" altLang="ko-KR" dirty="0"/>
          </a:p>
          <a:p>
            <a:pPr marL="685800" lvl="1" indent="-457200">
              <a:buFont typeface="+mj-lt"/>
              <a:buAutoNum type="arabicPeriod"/>
            </a:pPr>
            <a:r>
              <a:rPr lang="en-US" altLang="ko-KR" dirty="0" err="1"/>
              <a:t>Youtube</a:t>
            </a:r>
            <a:r>
              <a:rPr lang="en-US" altLang="ko-KR" dirty="0"/>
              <a:t> </a:t>
            </a:r>
            <a:r>
              <a:rPr lang="ko-KR" altLang="en-US" dirty="0"/>
              <a:t>검색 </a:t>
            </a:r>
            <a:r>
              <a:rPr lang="en-US" altLang="ko-KR" dirty="0"/>
              <a:t>-&gt; </a:t>
            </a:r>
            <a:r>
              <a:rPr lang="ko-KR" altLang="en-US" dirty="0"/>
              <a:t>사람이 직접 내용을 이해</a:t>
            </a:r>
            <a:endParaRPr lang="en-US" altLang="ko-KR" dirty="0"/>
          </a:p>
          <a:p>
            <a:pPr marL="228600" lvl="1"/>
            <a:r>
              <a:rPr lang="ko-KR" altLang="en-US" b="1" dirty="0"/>
              <a:t>사람의 역할 </a:t>
            </a:r>
            <a:r>
              <a:rPr lang="en-US" altLang="ko-KR" b="1" dirty="0"/>
              <a:t>: </a:t>
            </a:r>
            <a:r>
              <a:rPr lang="ko-KR" altLang="en-US" b="1" dirty="0"/>
              <a:t>내용을 하나씩 직접 이해한다</a:t>
            </a:r>
            <a:r>
              <a:rPr lang="en-US" altLang="ko-KR" b="1" dirty="0"/>
              <a:t>.</a:t>
            </a:r>
          </a:p>
          <a:p>
            <a:pPr marL="228600" lvl="1"/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AI </a:t>
            </a:r>
            <a:r>
              <a:rPr lang="ko-KR" altLang="en-US" dirty="0"/>
              <a:t>시대 데이터 수집 방법 및 사람의 역할</a:t>
            </a:r>
            <a:endParaRPr lang="en-US" altLang="ko-KR" dirty="0"/>
          </a:p>
          <a:p>
            <a:pPr marL="685800" lvl="1" indent="-457200">
              <a:buFont typeface="+mj-lt"/>
              <a:buAutoNum type="arabicPeriod"/>
            </a:pPr>
            <a:r>
              <a:rPr lang="en-US" altLang="ko-KR" dirty="0"/>
              <a:t>Google </a:t>
            </a:r>
            <a:r>
              <a:rPr lang="ko-KR" altLang="en-US" dirty="0"/>
              <a:t>검색 </a:t>
            </a:r>
            <a:r>
              <a:rPr lang="en-US" altLang="ko-KR" dirty="0"/>
              <a:t>-&gt; </a:t>
            </a:r>
            <a:r>
              <a:rPr lang="en-US" altLang="ko-KR" dirty="0">
                <a:solidFill>
                  <a:srgbClr val="FF0000"/>
                </a:solidFill>
              </a:rPr>
              <a:t>URL</a:t>
            </a:r>
            <a:r>
              <a:rPr lang="ko-KR" altLang="en-US" dirty="0">
                <a:solidFill>
                  <a:srgbClr val="FF0000"/>
                </a:solidFill>
              </a:rPr>
              <a:t>만 수집</a:t>
            </a:r>
            <a:endParaRPr lang="en-US" altLang="ko-KR" dirty="0">
              <a:solidFill>
                <a:srgbClr val="FF0000"/>
              </a:solidFill>
            </a:endParaRPr>
          </a:p>
          <a:p>
            <a:pPr marL="685800" lvl="1" indent="-457200">
              <a:buFont typeface="+mj-lt"/>
              <a:buAutoNum type="arabicPeriod"/>
            </a:pPr>
            <a:r>
              <a:rPr lang="en-US" altLang="ko-KR" dirty="0" err="1"/>
              <a:t>Youtube</a:t>
            </a:r>
            <a:r>
              <a:rPr lang="en-US" altLang="ko-KR" dirty="0"/>
              <a:t> </a:t>
            </a:r>
            <a:r>
              <a:rPr lang="ko-KR" altLang="en-US" dirty="0"/>
              <a:t>검색 </a:t>
            </a:r>
            <a:r>
              <a:rPr lang="en-US" altLang="ko-KR" dirty="0"/>
              <a:t>-&gt; </a:t>
            </a:r>
            <a:r>
              <a:rPr lang="en-US" altLang="ko-KR" dirty="0">
                <a:solidFill>
                  <a:srgbClr val="FF0000"/>
                </a:solidFill>
              </a:rPr>
              <a:t>URL</a:t>
            </a:r>
            <a:r>
              <a:rPr lang="ko-KR" altLang="en-US" dirty="0">
                <a:solidFill>
                  <a:srgbClr val="FF0000"/>
                </a:solidFill>
              </a:rPr>
              <a:t>만 수집</a:t>
            </a:r>
            <a:endParaRPr lang="en-US" altLang="ko-KR" dirty="0">
              <a:solidFill>
                <a:srgbClr val="FF0000"/>
              </a:solidFill>
            </a:endParaRPr>
          </a:p>
          <a:p>
            <a:pPr marL="228600" lvl="1"/>
            <a:r>
              <a:rPr lang="ko-KR" altLang="en-US" b="1" dirty="0"/>
              <a:t>사람의 역할 </a:t>
            </a:r>
            <a:r>
              <a:rPr lang="en-US" altLang="ko-KR" b="1" dirty="0"/>
              <a:t>: </a:t>
            </a:r>
            <a:r>
              <a:rPr lang="ko-KR" altLang="en-US" b="1" dirty="0"/>
              <a:t>좋은 출처를 찾고</a:t>
            </a:r>
            <a:r>
              <a:rPr lang="en-US" altLang="ko-KR" b="1" dirty="0"/>
              <a:t>, AI </a:t>
            </a:r>
            <a:r>
              <a:rPr lang="ko-KR" altLang="en-US" b="1" dirty="0"/>
              <a:t>도움을 받아 내용을 이해한다</a:t>
            </a:r>
            <a:r>
              <a:rPr lang="en-US" altLang="ko-KR" b="1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B6FF6A-2FF9-4E51-8AE7-82BFA71705F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8</a:t>
            </a:fld>
            <a:endParaRPr lang="ko-KR" altLang="en-US" dirty="0"/>
          </a:p>
        </p:txBody>
      </p:sp>
      <p:sp>
        <p:nvSpPr>
          <p:cNvPr id="5" name="Chapter Header 5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2934171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D9A63-5DD0-3ECD-1AD3-786373F4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에게 </a:t>
            </a:r>
            <a:r>
              <a:rPr lang="en-US" altLang="ko-KR" dirty="0"/>
              <a:t>URL </a:t>
            </a:r>
            <a:r>
              <a:rPr lang="ko-KR" altLang="en-US" dirty="0"/>
              <a:t>수집도 맡기기 </a:t>
            </a:r>
            <a:r>
              <a:rPr lang="en-US" altLang="ko-KR" dirty="0"/>
              <a:t>- Fast Research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29DFFF-26BB-64B9-8BBA-5C95A8376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45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AI </a:t>
            </a:r>
            <a:r>
              <a:rPr lang="ko-KR" altLang="en-US" dirty="0"/>
              <a:t>에게 관련된 </a:t>
            </a:r>
            <a:r>
              <a:rPr lang="en-US" altLang="ko-KR" dirty="0"/>
              <a:t>URL</a:t>
            </a:r>
            <a:r>
              <a:rPr lang="ko-KR" altLang="en-US" dirty="0"/>
              <a:t>을 수집하도록 만들 수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정확히 관련된 정보가 맞는지는 사람의 확인이 필요합니다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B2CA6-432B-AC35-B205-025893941B5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9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1C53A9C-5068-5FC2-7994-79F91EF72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754" y="1966044"/>
            <a:ext cx="3929348" cy="44074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308E4B8A-49FB-F094-80A0-E53DC701352B}"/>
              </a:ext>
            </a:extLst>
          </p:cNvPr>
          <p:cNvSpPr/>
          <p:nvPr/>
        </p:nvSpPr>
        <p:spPr>
          <a:xfrm>
            <a:off x="6230600" y="3987773"/>
            <a:ext cx="505034" cy="478454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0B6F02-32C8-560D-3E07-DC4F873CC372}"/>
              </a:ext>
            </a:extLst>
          </p:cNvPr>
          <p:cNvSpPr/>
          <p:nvPr/>
        </p:nvSpPr>
        <p:spPr>
          <a:xfrm>
            <a:off x="10473796" y="5931872"/>
            <a:ext cx="754306" cy="4416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031FB54-6BAF-A0B1-5FA6-6C117591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21" y="2595971"/>
            <a:ext cx="4508068" cy="19542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1CBFDC-AD1E-20B3-63CE-3E542F2D3016}"/>
              </a:ext>
            </a:extLst>
          </p:cNvPr>
          <p:cNvSpPr/>
          <p:nvPr/>
        </p:nvSpPr>
        <p:spPr>
          <a:xfrm>
            <a:off x="1489748" y="3847497"/>
            <a:ext cx="2188792" cy="612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2BCEC5-9F08-71BD-C5C8-72B061A6CB8A}"/>
              </a:ext>
            </a:extLst>
          </p:cNvPr>
          <p:cNvSpPr/>
          <p:nvPr/>
        </p:nvSpPr>
        <p:spPr>
          <a:xfrm>
            <a:off x="5224605" y="4119722"/>
            <a:ext cx="380458" cy="340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738A9F7-D7EC-B8DD-BC76-712CF31C661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898" y="4346740"/>
            <a:ext cx="2344503" cy="145499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1DE713E-D002-E823-99DD-E0930788F034}"/>
              </a:ext>
            </a:extLst>
          </p:cNvPr>
          <p:cNvSpPr txBox="1"/>
          <p:nvPr/>
        </p:nvSpPr>
        <p:spPr>
          <a:xfrm>
            <a:off x="3507731" y="4920110"/>
            <a:ext cx="21287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반도체 불량 분석용 열화상 카메라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검색해줘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32" name="Chapter Header 32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341462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80EC-919F-B63F-D90D-B295FE4B0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119C3-EBF9-487A-65D4-A555C290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수집한 사이트 평가시키기 </a:t>
            </a:r>
            <a:r>
              <a:rPr lang="en-US" altLang="ko-KR"/>
              <a:t>(</a:t>
            </a:r>
            <a:r>
              <a:rPr lang="ko-KR" altLang="en-US"/>
              <a:t>★ 개수로 평가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FE2186-215D-4B66-C887-AB89D78774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그 동안 수집한 </a:t>
            </a:r>
            <a:r>
              <a:rPr lang="en-US" altLang="ko-KR"/>
              <a:t>URL</a:t>
            </a:r>
            <a:r>
              <a:rPr lang="ko-KR" altLang="en-US"/>
              <a:t>들을 살펴보며</a:t>
            </a:r>
            <a:r>
              <a:rPr lang="en-US" altLang="ko-KR"/>
              <a:t>,</a:t>
            </a:r>
          </a:p>
          <a:p>
            <a:pPr marL="0" indent="0">
              <a:buNone/>
            </a:pPr>
            <a:r>
              <a:rPr lang="ko-KR" altLang="en-US"/>
              <a:t>목적과 관련 있는 내용과 없는 내용을 구분해봅시다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2C01C9-1C22-76E5-EA7C-5C6401C06F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10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49534B-97ED-7286-DEAD-A39759C3E03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66" y="3184526"/>
            <a:ext cx="3424376" cy="2125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82D044-CCB8-02DE-EC74-47479292C4C8}"/>
              </a:ext>
            </a:extLst>
          </p:cNvPr>
          <p:cNvSpPr txBox="1"/>
          <p:nvPr/>
        </p:nvSpPr>
        <p:spPr>
          <a:xfrm>
            <a:off x="1825739" y="4023878"/>
            <a:ext cx="287190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목적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.md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참고하여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수집한 소스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URL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별로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관련성이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높은것과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낮은것을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별도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설명없이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아주 간결하게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★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~ 5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개로 표로 정리해줘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DE407FBB-6765-931F-D573-B6603AD577B9}"/>
              </a:ext>
            </a:extLst>
          </p:cNvPr>
          <p:cNvSpPr/>
          <p:nvPr/>
        </p:nvSpPr>
        <p:spPr>
          <a:xfrm>
            <a:off x="5602386" y="4006664"/>
            <a:ext cx="768256" cy="727823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129DBBD-757B-25E2-C55A-C6514FEDF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911" y="2868843"/>
            <a:ext cx="4366612" cy="26774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621CC-BCB1-C4DD-E139-2B9D1823D079}"/>
              </a:ext>
            </a:extLst>
          </p:cNvPr>
          <p:cNvSpPr txBox="1"/>
          <p:nvPr/>
        </p:nvSpPr>
        <p:spPr>
          <a:xfrm>
            <a:off x="1919756" y="5392424"/>
            <a:ext cx="2920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화면 중앙에 있는 챗봇에다가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프롬프트를 입력해주세요</a:t>
            </a:r>
            <a:r>
              <a:rPr lang="en-US" altLang="ko-KR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sp>
        <p:nvSpPr>
          <p:cNvPr id="15" name="Chapter Header 15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2729189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A08D-1856-157A-DA69-FFBA3B47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0E48F-A50E-A3A9-451D-D0457EF3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관련성이 적은 소스 제외시키기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CBC77D-B58E-77F0-B9BB-6F042D8FB7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4579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불필요한 소스를 제외시킵니다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★ </a:t>
            </a:r>
            <a:r>
              <a:rPr lang="en-US" altLang="ko-KR"/>
              <a:t>4</a:t>
            </a:r>
            <a:r>
              <a:rPr lang="ko-KR" altLang="en-US"/>
              <a:t>개 이상인 소스만 남기고</a:t>
            </a:r>
            <a:r>
              <a:rPr lang="en-US" altLang="ko-KR"/>
              <a:t>, </a:t>
            </a:r>
            <a:r>
              <a:rPr lang="ko-KR" altLang="en-US"/>
              <a:t>나머지는 소스들은 체크박스 해제를 눌러줍니다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9B894E-827D-C16B-5FF9-F5D2C81A04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11</a:t>
            </a:fld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2516AA1A-209E-9437-AAC6-E13A4C3566EF}"/>
              </a:ext>
            </a:extLst>
          </p:cNvPr>
          <p:cNvSpPr/>
          <p:nvPr/>
        </p:nvSpPr>
        <p:spPr>
          <a:xfrm>
            <a:off x="5807528" y="4215910"/>
            <a:ext cx="793032" cy="751295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4928D78-DD82-9BEA-66C4-242D3CF3A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68" y="3429000"/>
            <a:ext cx="3944388" cy="2287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01EE7F7-A16F-A5AC-7DD5-C98DE62D53BF}"/>
              </a:ext>
            </a:extLst>
          </p:cNvPr>
          <p:cNvSpPr/>
          <p:nvPr/>
        </p:nvSpPr>
        <p:spPr>
          <a:xfrm>
            <a:off x="4393560" y="3768545"/>
            <a:ext cx="590267" cy="677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341987D2-C1EF-A816-9D42-FA5615F90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573" y="2145195"/>
            <a:ext cx="2873057" cy="42302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B6BBDBE9-0FF1-1493-977B-ACAC3E93F8FE}"/>
              </a:ext>
            </a:extLst>
          </p:cNvPr>
          <p:cNvSpPr/>
          <p:nvPr/>
        </p:nvSpPr>
        <p:spPr>
          <a:xfrm>
            <a:off x="10029222" y="3594704"/>
            <a:ext cx="225407" cy="3948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6AF63D3-0015-208B-E775-B4275CF0BA56}"/>
              </a:ext>
            </a:extLst>
          </p:cNvPr>
          <p:cNvSpPr/>
          <p:nvPr/>
        </p:nvSpPr>
        <p:spPr>
          <a:xfrm>
            <a:off x="10017104" y="4235867"/>
            <a:ext cx="225407" cy="3948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A66A343-9B50-2842-AE77-FD1B1D3A352C}"/>
              </a:ext>
            </a:extLst>
          </p:cNvPr>
          <p:cNvSpPr/>
          <p:nvPr/>
        </p:nvSpPr>
        <p:spPr>
          <a:xfrm>
            <a:off x="10017104" y="6135461"/>
            <a:ext cx="204466" cy="2163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1" name="Chapter Header 51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405133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4A483-D870-DD69-8A90-AE7C8A10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수집한 자료조사 보고서 초안 제작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D68F21-5084-2B7D-2F6E-EBE622415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4579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수집한 정보를 이용하여 </a:t>
            </a:r>
            <a:r>
              <a:rPr lang="ko-KR" altLang="en-US">
                <a:solidFill>
                  <a:srgbClr val="FF0000"/>
                </a:solidFill>
              </a:rPr>
              <a:t>자료조사 보고서 초안</a:t>
            </a:r>
            <a:r>
              <a:rPr lang="ko-KR" altLang="en-US"/>
              <a:t>을 제작합니다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약 </a:t>
            </a:r>
            <a:r>
              <a:rPr lang="en-US" altLang="ko-KR"/>
              <a:t>5</a:t>
            </a:r>
            <a:r>
              <a:rPr lang="ko-KR" altLang="en-US"/>
              <a:t>분정도 소요 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3F63D6-ED17-EC35-0E5E-E65FF25EF4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12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47D482-0F07-892B-29DF-98C7C535A53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2" y="1042100"/>
            <a:ext cx="3424376" cy="2125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FB3907-5D0E-09D4-FD6D-121B8CFD358E}"/>
              </a:ext>
            </a:extLst>
          </p:cNvPr>
          <p:cNvSpPr txBox="1"/>
          <p:nvPr/>
        </p:nvSpPr>
        <p:spPr>
          <a:xfrm>
            <a:off x="7688810" y="1824025"/>
            <a:ext cx="34757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목적</a:t>
            </a:r>
            <a:r>
              <a:rPr lang="en-US" altLang="ko-KR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.md</a:t>
            </a:r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참고하여</a:t>
            </a:r>
            <a:endParaRPr lang="en-US" altLang="ko-KR" sz="1400" b="1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열화상카메라에 중요하게 여기는</a:t>
            </a:r>
            <a:br>
              <a:rPr lang="en-US" altLang="ko-KR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4</a:t>
            </a:r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 </a:t>
            </a:r>
            <a:r>
              <a:rPr lang="en-US" altLang="ko-KR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Spec </a:t>
            </a:r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중심으로</a:t>
            </a:r>
            <a:endParaRPr lang="en-US" altLang="ko-KR" sz="1400" b="1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제품을 소개하는 보고서 만들어</a:t>
            </a:r>
            <a:endParaRPr lang="en-US" altLang="ko-KR" sz="1400" b="1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(4</a:t>
            </a:r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 </a:t>
            </a:r>
            <a:r>
              <a:rPr lang="en-US" altLang="ko-KR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Spec</a:t>
            </a:r>
            <a:r>
              <a:rPr lang="ko-KR" altLang="en-US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별 수치가 표로 정리되어야해</a:t>
            </a:r>
            <a:r>
              <a:rPr lang="en-US" altLang="ko-KR" sz="1400" b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47DD1-6D10-0C4B-0B71-430BD100FC6D}"/>
              </a:ext>
            </a:extLst>
          </p:cNvPr>
          <p:cNvSpPr txBox="1"/>
          <p:nvPr/>
        </p:nvSpPr>
        <p:spPr>
          <a:xfrm>
            <a:off x="509765" y="5927230"/>
            <a:ext cx="2920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보고서를 제작합니다</a:t>
            </a:r>
            <a:r>
              <a:rPr lang="en-US" altLang="ko-KR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B847B58-3C45-FD4E-81C3-764B38145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7" y="2544651"/>
            <a:ext cx="3149762" cy="33402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04C1EB-85E7-7BD9-0118-37898D8E27CE}"/>
              </a:ext>
            </a:extLst>
          </p:cNvPr>
          <p:cNvSpPr/>
          <p:nvPr/>
        </p:nvSpPr>
        <p:spPr>
          <a:xfrm>
            <a:off x="1563127" y="3714744"/>
            <a:ext cx="956708" cy="410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45502DC-C4C3-EAF7-0669-3902B5D21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449" y="2948787"/>
            <a:ext cx="3475760" cy="27749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B1C9FB56-5600-267B-B2B6-7699CD83EE23}"/>
              </a:ext>
            </a:extLst>
          </p:cNvPr>
          <p:cNvSpPr/>
          <p:nvPr/>
        </p:nvSpPr>
        <p:spPr>
          <a:xfrm>
            <a:off x="4113251" y="4125270"/>
            <a:ext cx="786817" cy="452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B1EA7EA-410A-A0E1-4078-C6186BD3FE8C}"/>
              </a:ext>
            </a:extLst>
          </p:cNvPr>
          <p:cNvSpPr/>
          <p:nvPr/>
        </p:nvSpPr>
        <p:spPr>
          <a:xfrm>
            <a:off x="5767402" y="3442960"/>
            <a:ext cx="786817" cy="452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737173-3A68-E412-677C-54BD0EDDC19A}"/>
              </a:ext>
            </a:extLst>
          </p:cNvPr>
          <p:cNvSpPr txBox="1"/>
          <p:nvPr/>
        </p:nvSpPr>
        <p:spPr>
          <a:xfrm>
            <a:off x="4382332" y="5722276"/>
            <a:ext cx="2920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보고서 문서 스타일을 선택합니다</a:t>
            </a:r>
            <a:r>
              <a:rPr lang="en-US" altLang="ko-KR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8D54AB-B7E0-9A8C-7FFA-BA07F7450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318" y="3387742"/>
            <a:ext cx="3449050" cy="2200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B29E064-0F89-8916-D942-AC095EF4BB8A}"/>
              </a:ext>
            </a:extLst>
          </p:cNvPr>
          <p:cNvSpPr/>
          <p:nvPr/>
        </p:nvSpPr>
        <p:spPr>
          <a:xfrm>
            <a:off x="8083017" y="4577446"/>
            <a:ext cx="314107" cy="476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73FA79-E1FD-E13C-7CA7-7CDED1F17000}"/>
              </a:ext>
            </a:extLst>
          </p:cNvPr>
          <p:cNvSpPr/>
          <p:nvPr/>
        </p:nvSpPr>
        <p:spPr>
          <a:xfrm>
            <a:off x="10951543" y="5319895"/>
            <a:ext cx="449499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FB87F7-7DD4-FA0F-4725-5A497FEDB5B8}"/>
              </a:ext>
            </a:extLst>
          </p:cNvPr>
          <p:cNvSpPr txBox="1"/>
          <p:nvPr/>
        </p:nvSpPr>
        <p:spPr>
          <a:xfrm>
            <a:off x="8290875" y="5626996"/>
            <a:ext cx="2920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프롬프트 입력 후 생성 버튼 클릭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7C9350D3-FB73-BBA4-F910-BF955FF3C1E1}"/>
              </a:ext>
            </a:extLst>
          </p:cNvPr>
          <p:cNvSpPr/>
          <p:nvPr/>
        </p:nvSpPr>
        <p:spPr>
          <a:xfrm>
            <a:off x="3669486" y="4214787"/>
            <a:ext cx="288472" cy="27329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DA1BF8A9-1549-3476-BA32-7D2922399F47}"/>
              </a:ext>
            </a:extLst>
          </p:cNvPr>
          <p:cNvSpPr/>
          <p:nvPr/>
        </p:nvSpPr>
        <p:spPr>
          <a:xfrm>
            <a:off x="7567970" y="4214787"/>
            <a:ext cx="288472" cy="27329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9996409-43E4-4AAD-9084-E112573487EA}"/>
              </a:ext>
            </a:extLst>
          </p:cNvPr>
          <p:cNvCxnSpPr>
            <a:cxnSpLocks/>
          </p:cNvCxnSpPr>
          <p:nvPr/>
        </p:nvCxnSpPr>
        <p:spPr>
          <a:xfrm flipH="1">
            <a:off x="8290875" y="3167260"/>
            <a:ext cx="539018" cy="1579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hapter Header 39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3253503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5FDB3-7975-A082-C3FB-A0DF81E83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수집한 자료조사 보고서 초안 제작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94ABC1-7219-D245-AF47-4D1FFAD610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제작 완료시 </a:t>
            </a:r>
            <a:r>
              <a:rPr lang="en-US" altLang="ko-KR"/>
              <a:t>Google Docs</a:t>
            </a:r>
            <a:r>
              <a:rPr lang="ko-KR" altLang="en-US"/>
              <a:t>에 내용을 옮겨줍니다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4C97BC-5CBC-5B36-1E6D-A7802D99C4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2BA858-12D2-F6E5-BF3D-BB06624A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52" y="2548759"/>
            <a:ext cx="2021408" cy="22251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059641F-E304-5234-F203-E50B102A0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691" y="2629153"/>
            <a:ext cx="3574641" cy="21447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D4BAD5-6ACF-E7D3-44D8-D13251CA0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48" y="829048"/>
            <a:ext cx="2503791" cy="16691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0E48C4B-E86E-C87C-CC20-1B6986563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259" y="3342751"/>
            <a:ext cx="3210372" cy="22251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89C893BC-4A99-298D-C275-50C339BA295A}"/>
              </a:ext>
            </a:extLst>
          </p:cNvPr>
          <p:cNvSpPr/>
          <p:nvPr/>
        </p:nvSpPr>
        <p:spPr>
          <a:xfrm>
            <a:off x="2729900" y="3462417"/>
            <a:ext cx="463744" cy="439338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9536B8B5-D446-7C41-F99B-DB37BF728B66}"/>
              </a:ext>
            </a:extLst>
          </p:cNvPr>
          <p:cNvSpPr/>
          <p:nvPr/>
        </p:nvSpPr>
        <p:spPr>
          <a:xfrm rot="19800000">
            <a:off x="7244546" y="2568204"/>
            <a:ext cx="463744" cy="439338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51451256-91CA-CABF-9D57-2AB3842DEC8D}"/>
              </a:ext>
            </a:extLst>
          </p:cNvPr>
          <p:cNvSpPr/>
          <p:nvPr/>
        </p:nvSpPr>
        <p:spPr>
          <a:xfrm rot="5400000">
            <a:off x="9402571" y="2891210"/>
            <a:ext cx="463744" cy="439338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47F42D-DA16-9B21-E6FE-5EE21E5EA2B6}"/>
              </a:ext>
            </a:extLst>
          </p:cNvPr>
          <p:cNvSpPr/>
          <p:nvPr/>
        </p:nvSpPr>
        <p:spPr>
          <a:xfrm>
            <a:off x="600075" y="3682086"/>
            <a:ext cx="1822038" cy="3437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2653E1-4F9C-D817-A43D-05BB26117AAF}"/>
              </a:ext>
            </a:extLst>
          </p:cNvPr>
          <p:cNvSpPr txBox="1"/>
          <p:nvPr/>
        </p:nvSpPr>
        <p:spPr>
          <a:xfrm>
            <a:off x="393935" y="4851402"/>
            <a:ext cx="2129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보고서 제작 완료 후 클릭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E811CF-6DCE-4627-79FC-018E0A0936C8}"/>
              </a:ext>
            </a:extLst>
          </p:cNvPr>
          <p:cNvSpPr txBox="1"/>
          <p:nvPr/>
        </p:nvSpPr>
        <p:spPr>
          <a:xfrm>
            <a:off x="4211597" y="4851402"/>
            <a:ext cx="2129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내용 복사하기 버튼 클릭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914ADE2-9D6D-821A-4168-889C75D63FF4}"/>
              </a:ext>
            </a:extLst>
          </p:cNvPr>
          <p:cNvSpPr/>
          <p:nvPr/>
        </p:nvSpPr>
        <p:spPr>
          <a:xfrm>
            <a:off x="6400800" y="3222701"/>
            <a:ext cx="265246" cy="2106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1A90A2-1C93-852D-1818-17136FD0017B}"/>
              </a:ext>
            </a:extLst>
          </p:cNvPr>
          <p:cNvSpPr txBox="1"/>
          <p:nvPr/>
        </p:nvSpPr>
        <p:spPr>
          <a:xfrm>
            <a:off x="8569532" y="2475264"/>
            <a:ext cx="2129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Google Docs &gt; </a:t>
            </a:r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빈문서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259FF5-55D2-B4C5-8C89-D51BA80C58C3}"/>
              </a:ext>
            </a:extLst>
          </p:cNvPr>
          <p:cNvSpPr/>
          <p:nvPr/>
        </p:nvSpPr>
        <p:spPr>
          <a:xfrm>
            <a:off x="9581556" y="1165685"/>
            <a:ext cx="644368" cy="8410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563793-E449-E2C0-25B7-6DBB2E8CE7D5}"/>
              </a:ext>
            </a:extLst>
          </p:cNvPr>
          <p:cNvSpPr/>
          <p:nvPr/>
        </p:nvSpPr>
        <p:spPr>
          <a:xfrm>
            <a:off x="9038197" y="3951061"/>
            <a:ext cx="1899702" cy="14813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76D59C-01B8-D09C-B33C-58F1930B6DD4}"/>
              </a:ext>
            </a:extLst>
          </p:cNvPr>
          <p:cNvSpPr txBox="1"/>
          <p:nvPr/>
        </p:nvSpPr>
        <p:spPr>
          <a:xfrm>
            <a:off x="8150028" y="5576524"/>
            <a:ext cx="2129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내용 붙여넣기 </a:t>
            </a:r>
            <a:r>
              <a:rPr lang="en-US" altLang="ko-KR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(Ctrl + V)</a:t>
            </a:r>
          </a:p>
        </p:txBody>
      </p:sp>
      <p:sp>
        <p:nvSpPr>
          <p:cNvPr id="30" name="Chapter Header 30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3047505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2EF8-7C4D-827E-D93F-A0AA7979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D4AA1-BD72-5CF8-FEA8-0A8E0523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수집한 자료조사 보고서 초안 제작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82FF47-595E-72E8-008C-A06341E5BA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완성된 자료조사 보고서 파일을 </a:t>
            </a:r>
            <a:r>
              <a:rPr lang="en-US" altLang="ko-KR"/>
              <a:t>docx</a:t>
            </a:r>
            <a:r>
              <a:rPr lang="ko-KR" altLang="en-US"/>
              <a:t>로 저장합니다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2E8733-7849-C1D5-8B31-026496CE5D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14</a:t>
            </a:fld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354787-0389-0237-B924-9CE508FDC8BD}"/>
              </a:ext>
            </a:extLst>
          </p:cNvPr>
          <p:cNvSpPr txBox="1"/>
          <p:nvPr/>
        </p:nvSpPr>
        <p:spPr>
          <a:xfrm>
            <a:off x="3071263" y="4947435"/>
            <a:ext cx="2589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 </a:t>
            </a:r>
            <a:r>
              <a:rPr lang="en-US" altLang="ko-KR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</a:t>
            </a:r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다운로드 </a:t>
            </a:r>
            <a:r>
              <a:rPr lang="en-US" altLang="ko-KR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docx</a:t>
            </a:r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 저장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2D7A67-300A-006B-43DE-242923ABC031}"/>
              </a:ext>
            </a:extLst>
          </p:cNvPr>
          <p:cNvSpPr txBox="1"/>
          <p:nvPr/>
        </p:nvSpPr>
        <p:spPr>
          <a:xfrm>
            <a:off x="7633498" y="4516548"/>
            <a:ext cx="21298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 다운로드 후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40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파일이름 변경</a:t>
            </a:r>
            <a:endParaRPr lang="en-US" altLang="ko-KR" sz="140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40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자료조사</a:t>
            </a:r>
            <a:r>
              <a:rPr lang="en-US" altLang="ko-KR" sz="140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.docx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7806F4-2F92-8140-3662-B9DA13D6B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916" y="2482248"/>
            <a:ext cx="4038808" cy="23877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03DFDEC-EA4A-8325-AB72-EA7DB1C16B48}"/>
              </a:ext>
            </a:extLst>
          </p:cNvPr>
          <p:cNvSpPr/>
          <p:nvPr/>
        </p:nvSpPr>
        <p:spPr>
          <a:xfrm>
            <a:off x="6952893" y="3389293"/>
            <a:ext cx="463744" cy="439338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8846DC-34AB-596D-4ABB-28339CF4B455}"/>
              </a:ext>
            </a:extLst>
          </p:cNvPr>
          <p:cNvSpPr/>
          <p:nvPr/>
        </p:nvSpPr>
        <p:spPr>
          <a:xfrm>
            <a:off x="2499267" y="2699630"/>
            <a:ext cx="390517" cy="2367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893059-5C96-85F2-6F05-A7BAAFA591E5}"/>
              </a:ext>
            </a:extLst>
          </p:cNvPr>
          <p:cNvSpPr/>
          <p:nvPr/>
        </p:nvSpPr>
        <p:spPr>
          <a:xfrm>
            <a:off x="2624910" y="3995249"/>
            <a:ext cx="718583" cy="2367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5C33BA-32FB-1594-161B-24BBCF77F977}"/>
              </a:ext>
            </a:extLst>
          </p:cNvPr>
          <p:cNvSpPr/>
          <p:nvPr/>
        </p:nvSpPr>
        <p:spPr>
          <a:xfrm>
            <a:off x="4685531" y="4040530"/>
            <a:ext cx="954433" cy="2262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BECC1C6-3C11-5BCC-6B41-33C8C6129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886" y="2587729"/>
            <a:ext cx="1728298" cy="1928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Chapter Header 32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361113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FC1F9-7B18-7D0A-0696-E7834AD89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정리</a:t>
            </a:r>
            <a:r>
              <a:rPr lang="en-US" altLang="ko-KR"/>
              <a:t>] UNIT 02</a:t>
            </a:r>
            <a:r>
              <a:rPr lang="ko-KR" altLang="en-US"/>
              <a:t> 에서 진행한 데이터 수집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5D2980-A8A8-DB85-2E65-284438585D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66483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UNIT 02 </a:t>
            </a:r>
            <a:r>
              <a:rPr lang="ko-KR" altLang="en-US" dirty="0"/>
              <a:t>한 것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구글검색 </a:t>
            </a:r>
            <a:r>
              <a:rPr lang="en-US" altLang="ko-KR" dirty="0"/>
              <a:t>- URL </a:t>
            </a:r>
            <a:r>
              <a:rPr lang="ko-KR" altLang="en-US" dirty="0"/>
              <a:t>수집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 err="1"/>
              <a:t>Youtube</a:t>
            </a:r>
            <a:r>
              <a:rPr lang="en-US" altLang="ko-KR" dirty="0"/>
              <a:t> - URL </a:t>
            </a:r>
            <a:r>
              <a:rPr lang="ko-KR" altLang="en-US" dirty="0"/>
              <a:t>수집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Gemini Notebook </a:t>
            </a:r>
            <a:r>
              <a:rPr lang="ko-KR" altLang="en-US" dirty="0"/>
              <a:t>으로 소스 추가</a:t>
            </a:r>
            <a:r>
              <a:rPr lang="en-US" altLang="ko-KR" dirty="0"/>
              <a:t>, </a:t>
            </a:r>
            <a:r>
              <a:rPr lang="ko-KR" altLang="en-US" dirty="0"/>
              <a:t>분석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목적</a:t>
            </a:r>
            <a:r>
              <a:rPr lang="en-US" altLang="ko-KR" dirty="0"/>
              <a:t>.md </a:t>
            </a:r>
            <a:r>
              <a:rPr lang="ko-KR" altLang="en-US" dirty="0"/>
              <a:t>주고</a:t>
            </a:r>
            <a:r>
              <a:rPr lang="en-US" altLang="ko-KR" dirty="0"/>
              <a:t>, </a:t>
            </a:r>
            <a:r>
              <a:rPr lang="ko-KR" altLang="en-US" dirty="0"/>
              <a:t>소스 </a:t>
            </a:r>
            <a:r>
              <a:rPr lang="en-US" altLang="ko-KR" dirty="0"/>
              <a:t>URL </a:t>
            </a:r>
            <a:r>
              <a:rPr lang="ko-KR" altLang="en-US" dirty="0"/>
              <a:t>중 관련 수준에 따라 </a:t>
            </a:r>
            <a:r>
              <a:rPr lang="en-US" altLang="ko-KR" dirty="0"/>
              <a:t>★1</a:t>
            </a:r>
            <a:r>
              <a:rPr lang="ko-KR" altLang="en-US" dirty="0"/>
              <a:t>개 </a:t>
            </a:r>
            <a:r>
              <a:rPr lang="en-US" altLang="ko-KR" dirty="0"/>
              <a:t>~ ★5</a:t>
            </a:r>
            <a:r>
              <a:rPr lang="ko-KR" altLang="en-US" dirty="0"/>
              <a:t>개 표기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관련 있는 소스</a:t>
            </a:r>
            <a:r>
              <a:rPr lang="en-US" altLang="ko-KR" dirty="0"/>
              <a:t>URL</a:t>
            </a:r>
            <a:r>
              <a:rPr lang="ko-KR" altLang="en-US" dirty="0"/>
              <a:t>만 체크</a:t>
            </a:r>
            <a:r>
              <a:rPr lang="en-US" altLang="ko-KR" dirty="0"/>
              <a:t> </a:t>
            </a:r>
            <a:r>
              <a:rPr lang="ko-KR" altLang="en-US" dirty="0"/>
              <a:t>후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FF0000"/>
                </a:solidFill>
              </a:rPr>
              <a:t>자료조사</a:t>
            </a:r>
            <a:r>
              <a:rPr lang="en-US" altLang="ko-KR" dirty="0">
                <a:solidFill>
                  <a:srgbClr val="FF0000"/>
                </a:solidFill>
              </a:rPr>
              <a:t>.docx</a:t>
            </a:r>
            <a:r>
              <a:rPr lang="en-US" altLang="ko-KR" dirty="0"/>
              <a:t> </a:t>
            </a:r>
            <a:r>
              <a:rPr lang="ko-KR" altLang="en-US" dirty="0"/>
              <a:t>완성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1AF1A-4753-2B88-7F33-4FC7F86253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E8D915B0-FE32-4AF5-80A4-2D17A9BAD0F3}" type="slidenum">
              <a:rPr lang="ko-KR" altLang="en-US" smtClean="0"/>
              <a:pPr algn="ctr"/>
              <a:t>15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D58606-4FD3-7B40-FDFB-5ADEE425FD8B}"/>
              </a:ext>
            </a:extLst>
          </p:cNvPr>
          <p:cNvSpPr/>
          <p:nvPr/>
        </p:nvSpPr>
        <p:spPr>
          <a:xfrm>
            <a:off x="3029387" y="4129507"/>
            <a:ext cx="6540404" cy="173107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단순히 </a:t>
            </a:r>
            <a:r>
              <a:rPr lang="en-US" altLang="ko-KR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'</a:t>
            </a:r>
            <a:r>
              <a:rPr lang="ko-KR" altLang="en-US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교재 따라해주세요</a:t>
            </a:r>
            <a:r>
              <a:rPr lang="en-US" altLang="ko-KR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'</a:t>
            </a:r>
            <a:r>
              <a:rPr lang="ko-KR" altLang="en-US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목적이 아닙니다</a:t>
            </a:r>
            <a:r>
              <a:rPr lang="en-US" altLang="ko-KR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algn="ctr"/>
            <a:r>
              <a:rPr lang="en-US" altLang="ko-KR" sz="200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AI </a:t>
            </a:r>
            <a:r>
              <a:rPr lang="ko-KR" altLang="en-US" sz="200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시대에 맞는 자료조사하는 방법을 익히고</a:t>
            </a:r>
            <a:r>
              <a:rPr lang="en-US" altLang="ko-KR" sz="200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현업에서 사용하셨으면 좋겠습니다</a:t>
            </a:r>
            <a:r>
              <a:rPr lang="en-US" altLang="ko-KR" sz="200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!</a:t>
            </a:r>
            <a:endParaRPr lang="ko-KR" altLang="en-US" sz="200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6" name="Chapter Header 6">
            <a:extLst>
              <a:ext uri="{FF2B5EF4-FFF2-40B4-BE49-F238E27FC236}">
                <a16:creationId xmlns:a16="http://schemas.microsoft.com/office/drawing/2014/main" id="{7127508B-7D92-1507-3916-03F5A00F6B2F}"/>
              </a:ext>
            </a:extLst>
          </p:cNvPr>
          <p:cNvSpPr txBox="1"/>
          <p:nvPr/>
        </p:nvSpPr>
        <p:spPr>
          <a:xfrm>
            <a:off x="5683045" y="149547"/>
            <a:ext cx="650895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Chapter 5. AI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활용 </a:t>
            </a:r>
            <a:r>
              <a:rPr lang="en-US" altLang="ko-KR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수집과 </a:t>
            </a:r>
            <a:r>
              <a:rPr lang="ko-KR" altLang="en-US" sz="11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분석</a:t>
            </a:r>
            <a:endParaRPr lang="en-US" altLang="ko-KR" sz="1100">
              <a:solidFill>
                <a:schemeClr val="accent1">
                  <a:lumMod val="40000"/>
                  <a:lumOff val="60000"/>
                </a:schemeClr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r"/>
            <a:r>
              <a:rPr lang="en-US" altLang="ko-KR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&gt; Unit 2. </a:t>
            </a:r>
            <a:r>
              <a:rPr lang="ko-KR" altLang="en-US" sz="1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3906413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e6bf14-f0cc-4b61-b411-2df49da90bc6}" enabled="1" method="Privileged" siteId="{4b50f211-1db9-4c8b-9949-db2761998fb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4247</TotalTime>
  <Words>791</Words>
  <Application>Microsoft Office PowerPoint</Application>
  <PresentationFormat>와이드스크린</PresentationFormat>
  <Paragraphs>147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나눔스퀘어OTF_ac</vt:lpstr>
      <vt:lpstr>나눔스퀘어OTF_ac Bold</vt:lpstr>
      <vt:lpstr>Arial</vt:lpstr>
      <vt:lpstr>Wingdings</vt:lpstr>
      <vt:lpstr>Office 테마</vt:lpstr>
      <vt:lpstr>데이터 수집</vt:lpstr>
      <vt:lpstr>AI를 데이터 수집 / 분석 프로세스</vt:lpstr>
      <vt:lpstr>강사 시연 - 데이터 수집 1</vt:lpstr>
      <vt:lpstr>강사 시연 - 데이터 수집 2</vt:lpstr>
      <vt:lpstr>수집한 URL 을 Gemini Notebook 에 입력</vt:lpstr>
      <vt:lpstr>[참고] 모든 URL이 소스로 추가되지 않습니다.</vt:lpstr>
      <vt:lpstr>수집한 사이트 정리시키기</vt:lpstr>
      <vt:lpstr>Web을 활용하여 데이터 수집시, 사람의 역할이 변화되었습니다.</vt:lpstr>
      <vt:lpstr>AI에게 URL 수집도 맡기기 - Fast Research</vt:lpstr>
      <vt:lpstr>수집한 사이트 평가시키기 (★ 개수로 평가)</vt:lpstr>
      <vt:lpstr>관련성이 적은 소스 제외시키기</vt:lpstr>
      <vt:lpstr>수집한 자료조사 보고서 초안 제작 1</vt:lpstr>
      <vt:lpstr>수집한 자료조사 보고서 초안 제작 2</vt:lpstr>
      <vt:lpstr>수집한 자료조사 보고서 초안 제작 3</vt:lpstr>
      <vt:lpstr>[정리] UNIT 02 에서 진행한 데이터 수집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실무자 AI 교육 : AI Tool 활용</dc:title>
  <dc:creator>최인호</dc:creator>
  <cp:lastModifiedBy>최인호</cp:lastModifiedBy>
  <cp:revision>2666</cp:revision>
  <dcterms:created xsi:type="dcterms:W3CDTF">2026-04-23T02:54:01Z</dcterms:created>
  <dcterms:modified xsi:type="dcterms:W3CDTF">2026-10-02T06:05:31Z</dcterms:modified>
</cp:coreProperties>
</file>