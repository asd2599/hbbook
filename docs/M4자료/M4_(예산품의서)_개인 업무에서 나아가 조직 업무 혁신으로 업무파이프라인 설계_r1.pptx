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90" r:id="rId2"/>
  </p:sldMasterIdLst>
  <p:notesMasterIdLst>
    <p:notesMasterId r:id="rId71"/>
  </p:notesMasterIdLst>
  <p:sldIdLst>
    <p:sldId id="1096" r:id="rId3"/>
    <p:sldId id="273" r:id="rId4"/>
    <p:sldId id="2147482826" r:id="rId5"/>
    <p:sldId id="274" r:id="rId6"/>
    <p:sldId id="1127" r:id="rId7"/>
    <p:sldId id="1128" r:id="rId8"/>
    <p:sldId id="1129" r:id="rId9"/>
    <p:sldId id="2147482791" r:id="rId10"/>
    <p:sldId id="2147482794" r:id="rId11"/>
    <p:sldId id="2147482800" r:id="rId12"/>
    <p:sldId id="2147482792" r:id="rId13"/>
    <p:sldId id="2147482793" r:id="rId14"/>
    <p:sldId id="2147482796" r:id="rId15"/>
    <p:sldId id="1158" r:id="rId16"/>
    <p:sldId id="1121" r:id="rId17"/>
    <p:sldId id="2147482795" r:id="rId18"/>
    <p:sldId id="1174" r:id="rId19"/>
    <p:sldId id="1175" r:id="rId20"/>
    <p:sldId id="1176" r:id="rId21"/>
    <p:sldId id="2147482797" r:id="rId22"/>
    <p:sldId id="2147482828" r:id="rId23"/>
    <p:sldId id="2147482816" r:id="rId24"/>
    <p:sldId id="2147482827" r:id="rId25"/>
    <p:sldId id="2147482829" r:id="rId26"/>
    <p:sldId id="2147482822" r:id="rId27"/>
    <p:sldId id="2147482830" r:id="rId28"/>
    <p:sldId id="2147482799" r:id="rId29"/>
    <p:sldId id="1057" r:id="rId30"/>
    <p:sldId id="1058" r:id="rId31"/>
    <p:sldId id="291" r:id="rId32"/>
    <p:sldId id="1060" r:id="rId33"/>
    <p:sldId id="1071" r:id="rId34"/>
    <p:sldId id="301" r:id="rId35"/>
    <p:sldId id="2147482818" r:id="rId36"/>
    <p:sldId id="1075" r:id="rId37"/>
    <p:sldId id="1076" r:id="rId38"/>
    <p:sldId id="1078" r:id="rId39"/>
    <p:sldId id="1077" r:id="rId40"/>
    <p:sldId id="2147482820" r:id="rId41"/>
    <p:sldId id="2147482819" r:id="rId42"/>
    <p:sldId id="1079" r:id="rId43"/>
    <p:sldId id="1074" r:id="rId44"/>
    <p:sldId id="1080" r:id="rId45"/>
    <p:sldId id="1082" r:id="rId46"/>
    <p:sldId id="1083" r:id="rId47"/>
    <p:sldId id="1085" r:id="rId48"/>
    <p:sldId id="1084" r:id="rId49"/>
    <p:sldId id="1087" r:id="rId50"/>
    <p:sldId id="1086" r:id="rId51"/>
    <p:sldId id="1090" r:id="rId52"/>
    <p:sldId id="1092" r:id="rId53"/>
    <p:sldId id="288" r:id="rId54"/>
    <p:sldId id="2147482835" r:id="rId55"/>
    <p:sldId id="266" r:id="rId56"/>
    <p:sldId id="267" r:id="rId57"/>
    <p:sldId id="2147482836" r:id="rId58"/>
    <p:sldId id="2147482831" r:id="rId59"/>
    <p:sldId id="2147482832" r:id="rId60"/>
    <p:sldId id="259" r:id="rId61"/>
    <p:sldId id="260" r:id="rId62"/>
    <p:sldId id="2147482833" r:id="rId63"/>
    <p:sldId id="2147482834" r:id="rId64"/>
    <p:sldId id="289" r:id="rId65"/>
    <p:sldId id="292" r:id="rId66"/>
    <p:sldId id="293" r:id="rId67"/>
    <p:sldId id="294" r:id="rId68"/>
    <p:sldId id="295" r:id="rId69"/>
    <p:sldId id="271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B5B5B5"/>
    <a:srgbClr val="FF0000"/>
    <a:srgbClr val="4472C4"/>
    <a:srgbClr val="193E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623" autoAdjust="0"/>
  </p:normalViewPr>
  <p:slideViewPr>
    <p:cSldViewPr snapToGrid="0">
      <p:cViewPr varScale="1">
        <p:scale>
          <a:sx n="104" d="100"/>
          <a:sy n="104" d="100"/>
        </p:scale>
        <p:origin x="96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12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소영" userId="184a8102-682f-4b3c-8dcd-402f876ecdad" providerId="ADAL" clId="{F7CF217E-0E5E-443E-B464-F9679106CD3B}"/>
    <pc:docChg chg="undo custSel modSld modMainMaster">
      <pc:chgData name="박소영" userId="184a8102-682f-4b3c-8dcd-402f876ecdad" providerId="ADAL" clId="{F7CF217E-0E5E-443E-B464-F9679106CD3B}" dt="2026-08-31T05:37:14.632" v="97" actId="1076"/>
      <pc:docMkLst>
        <pc:docMk/>
      </pc:docMkLst>
      <pc:sldChg chg="modSp">
        <pc:chgData name="박소영" userId="184a8102-682f-4b3c-8dcd-402f876ecdad" providerId="ADAL" clId="{F7CF217E-0E5E-443E-B464-F9679106CD3B}" dt="2026-08-31T05:30:20.519" v="28" actId="1582"/>
        <pc:sldMkLst>
          <pc:docMk/>
          <pc:sldMk cId="1275953668" sldId="258"/>
        </pc:sldMkLst>
        <pc:spChg chg="mod">
          <ac:chgData name="박소영" userId="184a8102-682f-4b3c-8dcd-402f876ecdad" providerId="ADAL" clId="{F7CF217E-0E5E-443E-B464-F9679106CD3B}" dt="2026-08-31T05:30:20.519" v="28" actId="1582"/>
          <ac:spMkLst>
            <pc:docMk/>
            <pc:sldMk cId="1275953668" sldId="258"/>
            <ac:spMk id="16" creationId="{3F3B318B-6338-591A-C0C1-63C83DE48BCA}"/>
          </ac:spMkLst>
        </pc:spChg>
      </pc:sldChg>
      <pc:sldChg chg="modSp">
        <pc:chgData name="박소영" userId="184a8102-682f-4b3c-8dcd-402f876ecdad" providerId="ADAL" clId="{F7CF217E-0E5E-443E-B464-F9679106CD3B}" dt="2026-08-31T05:37:00.331" v="95" actId="1076"/>
        <pc:sldMkLst>
          <pc:docMk/>
          <pc:sldMk cId="2210733417" sldId="259"/>
        </pc:sldMkLst>
        <pc:spChg chg="mod">
          <ac:chgData name="박소영" userId="184a8102-682f-4b3c-8dcd-402f876ecdad" providerId="ADAL" clId="{F7CF217E-0E5E-443E-B464-F9679106CD3B}" dt="2026-08-31T05:37:00.331" v="95" actId="1076"/>
          <ac:spMkLst>
            <pc:docMk/>
            <pc:sldMk cId="2210733417" sldId="259"/>
            <ac:spMk id="9" creationId="{B47BCDD0-789E-AEAC-EBA9-FA6FDDE40183}"/>
          </ac:spMkLst>
        </pc:spChg>
      </pc:sldChg>
      <pc:sldChg chg="modSp">
        <pc:chgData name="박소영" userId="184a8102-682f-4b3c-8dcd-402f876ecdad" providerId="ADAL" clId="{F7CF217E-0E5E-443E-B464-F9679106CD3B}" dt="2026-08-31T05:30:45.976" v="30" actId="1582"/>
        <pc:sldMkLst>
          <pc:docMk/>
          <pc:sldMk cId="1290501836" sldId="263"/>
        </pc:sldMkLst>
        <pc:spChg chg="mod">
          <ac:chgData name="박소영" userId="184a8102-682f-4b3c-8dcd-402f876ecdad" providerId="ADAL" clId="{F7CF217E-0E5E-443E-B464-F9679106CD3B}" dt="2026-08-31T05:30:37.853" v="29" actId="1076"/>
          <ac:spMkLst>
            <pc:docMk/>
            <pc:sldMk cId="1290501836" sldId="263"/>
            <ac:spMk id="11" creationId="{7F1073AF-E1B5-D73A-50F0-672B8A1ABF18}"/>
          </ac:spMkLst>
        </pc:spChg>
        <pc:spChg chg="mod">
          <ac:chgData name="박소영" userId="184a8102-682f-4b3c-8dcd-402f876ecdad" providerId="ADAL" clId="{F7CF217E-0E5E-443E-B464-F9679106CD3B}" dt="2026-08-31T05:30:45.976" v="30" actId="1582"/>
          <ac:spMkLst>
            <pc:docMk/>
            <pc:sldMk cId="1290501836" sldId="263"/>
            <ac:spMk id="13" creationId="{6658E37A-92DE-0E54-408E-D31D9A393CE6}"/>
          </ac:spMkLst>
        </pc:spChg>
      </pc:sldChg>
      <pc:sldChg chg="modSp">
        <pc:chgData name="박소영" userId="184a8102-682f-4b3c-8dcd-402f876ecdad" providerId="ADAL" clId="{F7CF217E-0E5E-443E-B464-F9679106CD3B}" dt="2026-08-31T05:30:55.565" v="31" actId="1076"/>
        <pc:sldMkLst>
          <pc:docMk/>
          <pc:sldMk cId="2621048572" sldId="264"/>
        </pc:sldMkLst>
        <pc:spChg chg="mod">
          <ac:chgData name="박소영" userId="184a8102-682f-4b3c-8dcd-402f876ecdad" providerId="ADAL" clId="{F7CF217E-0E5E-443E-B464-F9679106CD3B}" dt="2026-08-31T05:30:55.565" v="31" actId="1076"/>
          <ac:spMkLst>
            <pc:docMk/>
            <pc:sldMk cId="2621048572" sldId="264"/>
            <ac:spMk id="9" creationId="{48695A99-F221-C76D-AAE7-579DC50E6F54}"/>
          </ac:spMkLst>
        </pc:spChg>
      </pc:sldChg>
      <pc:sldChg chg="modSp">
        <pc:chgData name="박소영" userId="184a8102-682f-4b3c-8dcd-402f876ecdad" providerId="ADAL" clId="{F7CF217E-0E5E-443E-B464-F9679106CD3B}" dt="2026-08-31T05:29:49.979" v="26" actId="552"/>
        <pc:sldMkLst>
          <pc:docMk/>
          <pc:sldMk cId="1506167324" sldId="273"/>
        </pc:sldMkLst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2" creationId="{0B63C471-61FB-53F6-BED9-04F11CBF04AE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3" creationId="{57DA325C-39F2-2318-44AB-4D8A771CA52D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4" creationId="{AE5A8402-B5E7-347A-502E-0676A6AE65E6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5" creationId="{A8C8A1D3-9BFC-BDA4-DF75-F4C342316072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6" creationId="{C3FBCA23-7025-69C9-41EA-23B45F5A1FA0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7" creationId="{580CF7A5-9023-8169-634A-5F8A47880537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8" creationId="{711E17D7-97B0-0BE9-4711-ACF0D7C3748D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9" creationId="{1D5EDC48-EE17-C74B-FDE4-D11C661F5F53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0" creationId="{858EC246-363D-7420-A83E-E48BB4A534E5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1" creationId="{2B806C93-778B-0112-B8CB-78A2FFB91B6F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2" creationId="{BF9D7395-214D-41B2-3657-11D8ED416410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3" creationId="{6CF29D29-352B-57EF-FE8C-C156D170AB99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4" creationId="{9CECC3B3-F215-2904-FFFC-A70028D8C032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15" creationId="{3DA3DA60-7428-20EA-B4B2-DA4B50AE700C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6" creationId="{5A7B5262-3ED5-46B8-5A06-BFD463516A51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17" creationId="{4217C3FF-0E9D-C4F0-541D-A3750C9B503C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18" creationId="{347302AD-72F5-8E5C-8738-E76F5BE5295E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19" creationId="{7195B975-4130-D0A7-7D82-BC236B7C4671}"/>
          </ac:spMkLst>
        </pc:spChg>
        <pc:spChg chg="mod">
          <ac:chgData name="박소영" userId="184a8102-682f-4b3c-8dcd-402f876ecdad" providerId="ADAL" clId="{F7CF217E-0E5E-443E-B464-F9679106CD3B}" dt="2026-08-31T05:29:38.308" v="24" actId="2711"/>
          <ac:spMkLst>
            <pc:docMk/>
            <pc:sldMk cId="1506167324" sldId="273"/>
            <ac:spMk id="20" creationId="{6D4A977E-F01D-67E6-42C4-D461B2EBE59F}"/>
          </ac:spMkLst>
        </pc:spChg>
        <pc:spChg chg="mod">
          <ac:chgData name="박소영" userId="184a8102-682f-4b3c-8dcd-402f876ecdad" providerId="ADAL" clId="{F7CF217E-0E5E-443E-B464-F9679106CD3B}" dt="2026-08-31T05:29:49.979" v="26" actId="552"/>
          <ac:spMkLst>
            <pc:docMk/>
            <pc:sldMk cId="1506167324" sldId="273"/>
            <ac:spMk id="21" creationId="{15669687-C736-377C-311F-450917D30C09}"/>
          </ac:spMkLst>
        </pc:spChg>
      </pc:sldChg>
      <pc:sldChg chg="modSp">
        <pc:chgData name="박소영" userId="184a8102-682f-4b3c-8dcd-402f876ecdad" providerId="ADAL" clId="{F7CF217E-0E5E-443E-B464-F9679106CD3B}" dt="2026-08-31T05:27:02.009" v="1" actId="27636"/>
        <pc:sldMkLst>
          <pc:docMk/>
          <pc:sldMk cId="3153557887" sldId="274"/>
        </pc:sldMkLst>
        <pc:spChg chg="mod">
          <ac:chgData name="박소영" userId="184a8102-682f-4b3c-8dcd-402f876ecdad" providerId="ADAL" clId="{F7CF217E-0E5E-443E-B464-F9679106CD3B}" dt="2026-08-31T05:27:02.009" v="1" actId="27636"/>
          <ac:spMkLst>
            <pc:docMk/>
            <pc:sldMk cId="3153557887" sldId="274"/>
            <ac:spMk id="5" creationId="{AE467A47-1C59-0865-181B-436FBFE0512C}"/>
          </ac:spMkLst>
        </pc:spChg>
      </pc:sldChg>
      <pc:sldChg chg="modSp">
        <pc:chgData name="박소영" userId="184a8102-682f-4b3c-8dcd-402f876ecdad" providerId="ADAL" clId="{F7CF217E-0E5E-443E-B464-F9679106CD3B}" dt="2026-08-31T05:30:09.134" v="27" actId="122"/>
        <pc:sldMkLst>
          <pc:docMk/>
          <pc:sldMk cId="3678804299" sldId="283"/>
        </pc:sldMkLst>
        <pc:spChg chg="mod">
          <ac:chgData name="박소영" userId="184a8102-682f-4b3c-8dcd-402f876ecdad" providerId="ADAL" clId="{F7CF217E-0E5E-443E-B464-F9679106CD3B}" dt="2026-08-31T05:30:09.134" v="27" actId="122"/>
          <ac:spMkLst>
            <pc:docMk/>
            <pc:sldMk cId="3678804299" sldId="283"/>
            <ac:spMk id="4" creationId="{ECB80A2C-A781-880A-82B7-B9BE7802718B}"/>
          </ac:spMkLst>
        </pc:spChg>
      </pc:sldChg>
      <pc:sldChg chg="modSp">
        <pc:chgData name="박소영" userId="184a8102-682f-4b3c-8dcd-402f876ecdad" providerId="ADAL" clId="{F7CF217E-0E5E-443E-B464-F9679106CD3B}" dt="2026-08-31T05:27:02.194" v="7" actId="27636"/>
        <pc:sldMkLst>
          <pc:docMk/>
          <pc:sldMk cId="3807854381" sldId="288"/>
        </pc:sldMkLst>
        <pc:spChg chg="mod">
          <ac:chgData name="박소영" userId="184a8102-682f-4b3c-8dcd-402f876ecdad" providerId="ADAL" clId="{F7CF217E-0E5E-443E-B464-F9679106CD3B}" dt="2026-08-31T05:27:02.194" v="7" actId="27636"/>
          <ac:spMkLst>
            <pc:docMk/>
            <pc:sldMk cId="3807854381" sldId="288"/>
            <ac:spMk id="5" creationId="{E1EE6C53-1105-0945-F2AC-7BDABB9E0BFE}"/>
          </ac:spMkLst>
        </pc:spChg>
      </pc:sldChg>
      <pc:sldChg chg="modSp">
        <pc:chgData name="박소영" userId="184a8102-682f-4b3c-8dcd-402f876ecdad" providerId="ADAL" clId="{F7CF217E-0E5E-443E-B464-F9679106CD3B}" dt="2026-08-31T05:27:02.241" v="9" actId="27636"/>
        <pc:sldMkLst>
          <pc:docMk/>
          <pc:sldMk cId="1583164132" sldId="289"/>
        </pc:sldMkLst>
        <pc:spChg chg="mod">
          <ac:chgData name="박소영" userId="184a8102-682f-4b3c-8dcd-402f876ecdad" providerId="ADAL" clId="{F7CF217E-0E5E-443E-B464-F9679106CD3B}" dt="2026-08-31T05:27:02.241" v="9" actId="27636"/>
          <ac:spMkLst>
            <pc:docMk/>
            <pc:sldMk cId="1583164132" sldId="289"/>
            <ac:spMk id="5" creationId="{C73F1FD4-2ABA-A016-9CF2-63F7864B2172}"/>
          </ac:spMkLst>
        </pc:spChg>
      </pc:sldChg>
      <pc:sldChg chg="modSp">
        <pc:chgData name="박소영" userId="184a8102-682f-4b3c-8dcd-402f876ecdad" providerId="ADAL" clId="{F7CF217E-0E5E-443E-B464-F9679106CD3B}" dt="2026-08-31T05:34:37.990" v="89" actId="1037"/>
        <pc:sldMkLst>
          <pc:docMk/>
          <pc:sldMk cId="1383096082" sldId="291"/>
        </pc:sldMkLst>
        <pc:spChg chg="mod">
          <ac:chgData name="박소영" userId="184a8102-682f-4b3c-8dcd-402f876ecdad" providerId="ADAL" clId="{F7CF217E-0E5E-443E-B464-F9679106CD3B}" dt="2026-08-31T05:34:37.990" v="89" actId="1037"/>
          <ac:spMkLst>
            <pc:docMk/>
            <pc:sldMk cId="1383096082" sldId="291"/>
            <ac:spMk id="21" creationId="{2985504C-846D-68DF-6ABD-7040B007C288}"/>
          </ac:spMkLst>
        </pc:spChg>
      </pc:sldChg>
      <pc:sldChg chg="modSp">
        <pc:chgData name="박소영" userId="184a8102-682f-4b3c-8dcd-402f876ecdad" providerId="ADAL" clId="{F7CF217E-0E5E-443E-B464-F9679106CD3B}" dt="2026-08-31T05:34:50.887" v="91" actId="1076"/>
        <pc:sldMkLst>
          <pc:docMk/>
          <pc:sldMk cId="2597051549" sldId="1060"/>
        </pc:sldMkLst>
        <pc:spChg chg="mod">
          <ac:chgData name="박소영" userId="184a8102-682f-4b3c-8dcd-402f876ecdad" providerId="ADAL" clId="{F7CF217E-0E5E-443E-B464-F9679106CD3B}" dt="2026-08-31T05:34:50.887" v="91" actId="1076"/>
          <ac:spMkLst>
            <pc:docMk/>
            <pc:sldMk cId="2597051549" sldId="1060"/>
            <ac:spMk id="11" creationId="{F956F7C3-AC53-F26D-EE5F-81F31AE14117}"/>
          </ac:spMkLst>
        </pc:spChg>
        <pc:spChg chg="mod">
          <ac:chgData name="박소영" userId="184a8102-682f-4b3c-8dcd-402f876ecdad" providerId="ADAL" clId="{F7CF217E-0E5E-443E-B464-F9679106CD3B}" dt="2026-08-31T05:34:47.076" v="90" actId="1076"/>
          <ac:spMkLst>
            <pc:docMk/>
            <pc:sldMk cId="2597051549" sldId="1060"/>
            <ac:spMk id="21" creationId="{1CECAAFC-67D7-9AAB-D077-A6319994A79D}"/>
          </ac:spMkLst>
        </pc:spChg>
      </pc:sldChg>
      <pc:sldChg chg="modSp">
        <pc:chgData name="박소영" userId="184a8102-682f-4b3c-8dcd-402f876ecdad" providerId="ADAL" clId="{F7CF217E-0E5E-443E-B464-F9679106CD3B}" dt="2026-08-31T05:27:02.064" v="3" actId="27636"/>
        <pc:sldMkLst>
          <pc:docMk/>
          <pc:sldMk cId="1695541540" sldId="1071"/>
        </pc:sldMkLst>
        <pc:spChg chg="mod">
          <ac:chgData name="박소영" userId="184a8102-682f-4b3c-8dcd-402f876ecdad" providerId="ADAL" clId="{F7CF217E-0E5E-443E-B464-F9679106CD3B}" dt="2026-08-31T05:27:02.064" v="3" actId="27636"/>
          <ac:spMkLst>
            <pc:docMk/>
            <pc:sldMk cId="1695541540" sldId="1071"/>
            <ac:spMk id="5" creationId="{29805951-FE6B-55C3-176D-A4F4F5F7953F}"/>
          </ac:spMkLst>
        </pc:spChg>
      </pc:sldChg>
      <pc:sldChg chg="modSp">
        <pc:chgData name="박소영" userId="184a8102-682f-4b3c-8dcd-402f876ecdad" providerId="ADAL" clId="{F7CF217E-0E5E-443E-B464-F9679106CD3B}" dt="2026-08-31T05:27:02.125" v="4" actId="27636"/>
        <pc:sldMkLst>
          <pc:docMk/>
          <pc:sldMk cId="771571586" sldId="1075"/>
        </pc:sldMkLst>
        <pc:spChg chg="mod">
          <ac:chgData name="박소영" userId="184a8102-682f-4b3c-8dcd-402f876ecdad" providerId="ADAL" clId="{F7CF217E-0E5E-443E-B464-F9679106CD3B}" dt="2026-08-31T05:27:02.125" v="4" actId="27636"/>
          <ac:spMkLst>
            <pc:docMk/>
            <pc:sldMk cId="771571586" sldId="1075"/>
            <ac:spMk id="5" creationId="{972577D7-C97D-BE2C-6B2B-40A1963DD773}"/>
          </ac:spMkLst>
        </pc:spChg>
      </pc:sldChg>
      <pc:sldChg chg="modSp">
        <pc:chgData name="박소영" userId="184a8102-682f-4b3c-8dcd-402f876ecdad" providerId="ADAL" clId="{F7CF217E-0E5E-443E-B464-F9679106CD3B}" dt="2026-08-31T05:27:02.141" v="5" actId="27636"/>
        <pc:sldMkLst>
          <pc:docMk/>
          <pc:sldMk cId="2059600773" sldId="1080"/>
        </pc:sldMkLst>
        <pc:spChg chg="mod">
          <ac:chgData name="박소영" userId="184a8102-682f-4b3c-8dcd-402f876ecdad" providerId="ADAL" clId="{F7CF217E-0E5E-443E-B464-F9679106CD3B}" dt="2026-08-31T05:27:02.141" v="5" actId="27636"/>
          <ac:spMkLst>
            <pc:docMk/>
            <pc:sldMk cId="2059600773" sldId="1080"/>
            <ac:spMk id="5" creationId="{7C3C4AC3-4AE2-ED7D-71BD-1559D9F16E35}"/>
          </ac:spMkLst>
        </pc:spChg>
      </pc:sldChg>
      <pc:sldChg chg="modSp">
        <pc:chgData name="박소영" userId="184a8102-682f-4b3c-8dcd-402f876ecdad" providerId="ADAL" clId="{F7CF217E-0E5E-443E-B464-F9679106CD3B}" dt="2026-08-31T05:35:48.427" v="93" actId="1076"/>
        <pc:sldMkLst>
          <pc:docMk/>
          <pc:sldMk cId="439164412" sldId="1082"/>
        </pc:sldMkLst>
        <pc:spChg chg="mod">
          <ac:chgData name="박소영" userId="184a8102-682f-4b3c-8dcd-402f876ecdad" providerId="ADAL" clId="{F7CF217E-0E5E-443E-B464-F9679106CD3B}" dt="2026-08-31T05:35:48.427" v="93" actId="1076"/>
          <ac:spMkLst>
            <pc:docMk/>
            <pc:sldMk cId="439164412" sldId="1082"/>
            <ac:spMk id="2" creationId="{6931F244-27FF-064F-99F1-D23CC69A8CE7}"/>
          </ac:spMkLst>
        </pc:spChg>
      </pc:sldChg>
      <pc:sldChg chg="modSp">
        <pc:chgData name="박소영" userId="184a8102-682f-4b3c-8dcd-402f876ecdad" providerId="ADAL" clId="{F7CF217E-0E5E-443E-B464-F9679106CD3B}" dt="2026-08-31T05:27:02.156" v="6" actId="27636"/>
        <pc:sldMkLst>
          <pc:docMk/>
          <pc:sldMk cId="2806097133" sldId="1086"/>
        </pc:sldMkLst>
        <pc:spChg chg="mod">
          <ac:chgData name="박소영" userId="184a8102-682f-4b3c-8dcd-402f876ecdad" providerId="ADAL" clId="{F7CF217E-0E5E-443E-B464-F9679106CD3B}" dt="2026-08-31T05:27:02.156" v="6" actId="27636"/>
          <ac:spMkLst>
            <pc:docMk/>
            <pc:sldMk cId="2806097133" sldId="1086"/>
            <ac:spMk id="5" creationId="{0D07905B-7311-73F9-B1E3-22F3545AC1F5}"/>
          </ac:spMkLst>
        </pc:spChg>
      </pc:sldChg>
      <pc:sldChg chg="modSp">
        <pc:chgData name="박소영" userId="184a8102-682f-4b3c-8dcd-402f876ecdad" providerId="ADAL" clId="{F7CF217E-0E5E-443E-B464-F9679106CD3B}" dt="2026-08-31T05:31:05.531" v="32" actId="1076"/>
        <pc:sldMkLst>
          <pc:docMk/>
          <pc:sldMk cId="1001806400" sldId="1113"/>
        </pc:sldMkLst>
        <pc:spChg chg="mod">
          <ac:chgData name="박소영" userId="184a8102-682f-4b3c-8dcd-402f876ecdad" providerId="ADAL" clId="{F7CF217E-0E5E-443E-B464-F9679106CD3B}" dt="2026-08-31T05:31:05.531" v="32" actId="1076"/>
          <ac:spMkLst>
            <pc:docMk/>
            <pc:sldMk cId="1001806400" sldId="1113"/>
            <ac:spMk id="21" creationId="{CC8E3B4E-E083-3647-0392-722ACACFC108}"/>
          </ac:spMkLst>
        </pc:spChg>
      </pc:sldChg>
      <pc:sldChg chg="modSp">
        <pc:chgData name="박소영" userId="184a8102-682f-4b3c-8dcd-402f876ecdad" providerId="ADAL" clId="{F7CF217E-0E5E-443E-B464-F9679106CD3B}" dt="2026-08-31T05:32:19.744" v="38" actId="1076"/>
        <pc:sldMkLst>
          <pc:docMk/>
          <pc:sldMk cId="307284195" sldId="1121"/>
        </pc:sldMkLst>
        <pc:spChg chg="mod">
          <ac:chgData name="박소영" userId="184a8102-682f-4b3c-8dcd-402f876ecdad" providerId="ADAL" clId="{F7CF217E-0E5E-443E-B464-F9679106CD3B}" dt="2026-08-31T05:32:19.744" v="38" actId="1076"/>
          <ac:spMkLst>
            <pc:docMk/>
            <pc:sldMk cId="307284195" sldId="1121"/>
            <ac:spMk id="21" creationId="{B865DCA3-6829-2CD6-E693-02E849F7880E}"/>
          </ac:spMkLst>
        </pc:spChg>
        <pc:grpChg chg="mod">
          <ac:chgData name="박소영" userId="184a8102-682f-4b3c-8dcd-402f876ecdad" providerId="ADAL" clId="{F7CF217E-0E5E-443E-B464-F9679106CD3B}" dt="2026-08-31T05:32:17.538" v="37" actId="1076"/>
          <ac:grpSpMkLst>
            <pc:docMk/>
            <pc:sldMk cId="307284195" sldId="1121"/>
            <ac:grpSpMk id="20" creationId="{65D621F8-A5D1-A5CC-DF9F-90DFEB8316DD}"/>
          </ac:grpSpMkLst>
        </pc:grpChg>
      </pc:sldChg>
      <pc:sldChg chg="modSp">
        <pc:chgData name="박소영" userId="184a8102-682f-4b3c-8dcd-402f876ecdad" providerId="ADAL" clId="{F7CF217E-0E5E-443E-B464-F9679106CD3B}" dt="2026-08-31T05:31:24.153" v="34" actId="14100"/>
        <pc:sldMkLst>
          <pc:docMk/>
          <pc:sldMk cId="783772792" sldId="1123"/>
        </pc:sldMkLst>
        <pc:spChg chg="mod">
          <ac:chgData name="박소영" userId="184a8102-682f-4b3c-8dcd-402f876ecdad" providerId="ADAL" clId="{F7CF217E-0E5E-443E-B464-F9679106CD3B}" dt="2026-08-31T05:31:24.153" v="34" actId="14100"/>
          <ac:spMkLst>
            <pc:docMk/>
            <pc:sldMk cId="783772792" sldId="1123"/>
            <ac:spMk id="21" creationId="{3F8F9D33-26B0-B038-40BF-A2C039488428}"/>
          </ac:spMkLst>
        </pc:spChg>
      </pc:sldChg>
      <pc:sldChg chg="modSp">
        <pc:chgData name="박소영" userId="184a8102-682f-4b3c-8dcd-402f876ecdad" providerId="ADAL" clId="{F7CF217E-0E5E-443E-B464-F9679106CD3B}" dt="2026-08-31T05:31:33.827" v="35" actId="1076"/>
        <pc:sldMkLst>
          <pc:docMk/>
          <pc:sldMk cId="3739784693" sldId="1125"/>
        </pc:sldMkLst>
        <pc:spChg chg="mod">
          <ac:chgData name="박소영" userId="184a8102-682f-4b3c-8dcd-402f876ecdad" providerId="ADAL" clId="{F7CF217E-0E5E-443E-B464-F9679106CD3B}" dt="2026-08-31T05:31:33.827" v="35" actId="1076"/>
          <ac:spMkLst>
            <pc:docMk/>
            <pc:sldMk cId="3739784693" sldId="1125"/>
            <ac:spMk id="21" creationId="{B7A8CAFE-1717-36A4-ADE8-51269DCFB2B6}"/>
          </ac:spMkLst>
        </pc:spChg>
      </pc:sldChg>
      <pc:sldChg chg="modSp">
        <pc:chgData name="박소영" userId="184a8102-682f-4b3c-8dcd-402f876ecdad" providerId="ADAL" clId="{F7CF217E-0E5E-443E-B464-F9679106CD3B}" dt="2026-08-31T05:33:08.102" v="51" actId="1037"/>
        <pc:sldMkLst>
          <pc:docMk/>
          <pc:sldMk cId="1320293075" sldId="1174"/>
        </pc:sldMkLst>
        <pc:spChg chg="mod">
          <ac:chgData name="박소영" userId="184a8102-682f-4b3c-8dcd-402f876ecdad" providerId="ADAL" clId="{F7CF217E-0E5E-443E-B464-F9679106CD3B}" dt="2026-08-31T05:32:55.567" v="42" actId="1582"/>
          <ac:spMkLst>
            <pc:docMk/>
            <pc:sldMk cId="1320293075" sldId="1174"/>
            <ac:spMk id="6" creationId="{85B48C1C-5F1B-F6A7-E00B-4E72C77131D5}"/>
          </ac:spMkLst>
        </pc:spChg>
        <pc:spChg chg="mod">
          <ac:chgData name="박소영" userId="184a8102-682f-4b3c-8dcd-402f876ecdad" providerId="ADAL" clId="{F7CF217E-0E5E-443E-B464-F9679106CD3B}" dt="2026-08-31T05:32:55.567" v="42" actId="1582"/>
          <ac:spMkLst>
            <pc:docMk/>
            <pc:sldMk cId="1320293075" sldId="1174"/>
            <ac:spMk id="7" creationId="{4A23FE09-1238-AD47-1785-281891E79566}"/>
          </ac:spMkLst>
        </pc:spChg>
        <pc:spChg chg="mod">
          <ac:chgData name="박소영" userId="184a8102-682f-4b3c-8dcd-402f876ecdad" providerId="ADAL" clId="{F7CF217E-0E5E-443E-B464-F9679106CD3B}" dt="2026-08-31T05:33:08.102" v="51" actId="1037"/>
          <ac:spMkLst>
            <pc:docMk/>
            <pc:sldMk cId="1320293075" sldId="1174"/>
            <ac:spMk id="15" creationId="{4AEBAD98-BD8F-65CC-8FEA-67D104E9891F}"/>
          </ac:spMkLst>
        </pc:spChg>
        <pc:spChg chg="mod">
          <ac:chgData name="박소영" userId="184a8102-682f-4b3c-8dcd-402f876ecdad" providerId="ADAL" clId="{F7CF217E-0E5E-443E-B464-F9679106CD3B}" dt="2026-08-31T05:33:03.505" v="46" actId="1035"/>
          <ac:spMkLst>
            <pc:docMk/>
            <pc:sldMk cId="1320293075" sldId="1174"/>
            <ac:spMk id="24" creationId="{E88B0329-8AEE-3338-7F81-D8C20D0AD8E9}"/>
          </ac:spMkLst>
        </pc:spChg>
        <pc:spChg chg="mod">
          <ac:chgData name="박소영" userId="184a8102-682f-4b3c-8dcd-402f876ecdad" providerId="ADAL" clId="{F7CF217E-0E5E-443E-B464-F9679106CD3B}" dt="2026-08-31T05:32:28.668" v="40" actId="20577"/>
          <ac:spMkLst>
            <pc:docMk/>
            <pc:sldMk cId="1320293075" sldId="1174"/>
            <ac:spMk id="25" creationId="{081B152F-E78D-3BB9-66D0-91658861DFA7}"/>
          </ac:spMkLst>
        </pc:spChg>
        <pc:spChg chg="mod">
          <ac:chgData name="박소영" userId="184a8102-682f-4b3c-8dcd-402f876ecdad" providerId="ADAL" clId="{F7CF217E-0E5E-443E-B464-F9679106CD3B}" dt="2026-08-31T05:32:55.567" v="42" actId="1582"/>
          <ac:spMkLst>
            <pc:docMk/>
            <pc:sldMk cId="1320293075" sldId="1174"/>
            <ac:spMk id="26" creationId="{D047EE29-9F34-B875-313A-68A6264EA7B2}"/>
          </ac:spMkLst>
        </pc:spChg>
        <pc:picChg chg="mod">
          <ac:chgData name="박소영" userId="184a8102-682f-4b3c-8dcd-402f876ecdad" providerId="ADAL" clId="{F7CF217E-0E5E-443E-B464-F9679106CD3B}" dt="2026-08-31T05:32:55.567" v="42" actId="1582"/>
          <ac:picMkLst>
            <pc:docMk/>
            <pc:sldMk cId="1320293075" sldId="1174"/>
            <ac:picMk id="14" creationId="{52A9AB15-3157-2DF0-0909-C10D54039876}"/>
          </ac:picMkLst>
        </pc:picChg>
      </pc:sldChg>
      <pc:sldChg chg="modSp">
        <pc:chgData name="박소영" userId="184a8102-682f-4b3c-8dcd-402f876ecdad" providerId="ADAL" clId="{F7CF217E-0E5E-443E-B464-F9679106CD3B}" dt="2026-08-31T05:33:19.566" v="53" actId="208"/>
        <pc:sldMkLst>
          <pc:docMk/>
          <pc:sldMk cId="851176873" sldId="1175"/>
        </pc:sldMkLst>
        <pc:spChg chg="mod">
          <ac:chgData name="박소영" userId="184a8102-682f-4b3c-8dcd-402f876ecdad" providerId="ADAL" clId="{F7CF217E-0E5E-443E-B464-F9679106CD3B}" dt="2026-08-31T05:33:19.566" v="53" actId="208"/>
          <ac:spMkLst>
            <pc:docMk/>
            <pc:sldMk cId="851176873" sldId="1175"/>
            <ac:spMk id="15" creationId="{A03B5D44-B668-6C30-1D41-D5931B82CED0}"/>
          </ac:spMkLst>
        </pc:spChg>
        <pc:spChg chg="mod">
          <ac:chgData name="박소영" userId="184a8102-682f-4b3c-8dcd-402f876ecdad" providerId="ADAL" clId="{F7CF217E-0E5E-443E-B464-F9679106CD3B}" dt="2026-08-31T05:33:19.566" v="53" actId="208"/>
          <ac:spMkLst>
            <pc:docMk/>
            <pc:sldMk cId="851176873" sldId="1175"/>
            <ac:spMk id="16" creationId="{5F3E408F-8C80-C37B-1BA2-A774049D53CE}"/>
          </ac:spMkLst>
        </pc:spChg>
      </pc:sldChg>
      <pc:sldChg chg="modSp">
        <pc:chgData name="박소영" userId="184a8102-682f-4b3c-8dcd-402f876ecdad" providerId="ADAL" clId="{F7CF217E-0E5E-443E-B464-F9679106CD3B}" dt="2026-08-31T05:33:33.173" v="54" actId="1582"/>
        <pc:sldMkLst>
          <pc:docMk/>
          <pc:sldMk cId="361675124" sldId="1176"/>
        </pc:sldMkLst>
        <pc:spChg chg="mod">
          <ac:chgData name="박소영" userId="184a8102-682f-4b3c-8dcd-402f876ecdad" providerId="ADAL" clId="{F7CF217E-0E5E-443E-B464-F9679106CD3B}" dt="2026-08-31T05:33:33.173" v="54" actId="1582"/>
          <ac:spMkLst>
            <pc:docMk/>
            <pc:sldMk cId="361675124" sldId="1176"/>
            <ac:spMk id="7" creationId="{952AEC1F-AE21-81AF-7EC3-E1C9165A221F}"/>
          </ac:spMkLst>
        </pc:spChg>
      </pc:sldChg>
      <pc:sldChg chg="modSp">
        <pc:chgData name="박소영" userId="184a8102-682f-4b3c-8dcd-402f876ecdad" providerId="ADAL" clId="{F7CF217E-0E5E-443E-B464-F9679106CD3B}" dt="2026-08-31T05:32:24.595" v="39" actId="1076"/>
        <pc:sldMkLst>
          <pc:docMk/>
          <pc:sldMk cId="180750240" sldId="2147482795"/>
        </pc:sldMkLst>
        <pc:spChg chg="mod">
          <ac:chgData name="박소영" userId="184a8102-682f-4b3c-8dcd-402f876ecdad" providerId="ADAL" clId="{F7CF217E-0E5E-443E-B464-F9679106CD3B}" dt="2026-08-31T05:32:24.595" v="39" actId="1076"/>
          <ac:spMkLst>
            <pc:docMk/>
            <pc:sldMk cId="180750240" sldId="2147482795"/>
            <ac:spMk id="21" creationId="{F9F9EE2E-B791-AC46-57C4-C2BD530DCB28}"/>
          </ac:spMkLst>
        </pc:spChg>
      </pc:sldChg>
      <pc:sldChg chg="modSp">
        <pc:chgData name="박소영" userId="184a8102-682f-4b3c-8dcd-402f876ecdad" providerId="ADAL" clId="{F7CF217E-0E5E-443E-B464-F9679106CD3B}" dt="2026-08-31T05:33:39.605" v="58" actId="1036"/>
        <pc:sldMkLst>
          <pc:docMk/>
          <pc:sldMk cId="4140196626" sldId="2147482797"/>
        </pc:sldMkLst>
        <pc:spChg chg="mod">
          <ac:chgData name="박소영" userId="184a8102-682f-4b3c-8dcd-402f876ecdad" providerId="ADAL" clId="{F7CF217E-0E5E-443E-B464-F9679106CD3B}" dt="2026-08-31T05:33:39.605" v="58" actId="1036"/>
          <ac:spMkLst>
            <pc:docMk/>
            <pc:sldMk cId="4140196626" sldId="2147482797"/>
            <ac:spMk id="21" creationId="{1D4FF58F-8C43-0225-F5CB-C7263DFBA5FA}"/>
          </ac:spMkLst>
        </pc:spChg>
      </pc:sldChg>
      <pc:sldChg chg="modSp">
        <pc:chgData name="박소영" userId="184a8102-682f-4b3c-8dcd-402f876ecdad" providerId="ADAL" clId="{F7CF217E-0E5E-443E-B464-F9679106CD3B}" dt="2026-08-31T05:27:02.025" v="2" actId="27636"/>
        <pc:sldMkLst>
          <pc:docMk/>
          <pc:sldMk cId="20919703" sldId="2147482799"/>
        </pc:sldMkLst>
        <pc:spChg chg="mod">
          <ac:chgData name="박소영" userId="184a8102-682f-4b3c-8dcd-402f876ecdad" providerId="ADAL" clId="{F7CF217E-0E5E-443E-B464-F9679106CD3B}" dt="2026-08-31T05:27:02.025" v="2" actId="27636"/>
          <ac:spMkLst>
            <pc:docMk/>
            <pc:sldMk cId="20919703" sldId="2147482799"/>
            <ac:spMk id="5" creationId="{051388BD-C760-ADC5-F94D-09B4523FF50A}"/>
          </ac:spMkLst>
        </pc:spChg>
      </pc:sldChg>
      <pc:sldChg chg="modSp">
        <pc:chgData name="박소영" userId="184a8102-682f-4b3c-8dcd-402f876ecdad" providerId="ADAL" clId="{F7CF217E-0E5E-443E-B464-F9679106CD3B}" dt="2026-08-31T05:35:03.035" v="92" actId="1076"/>
        <pc:sldMkLst>
          <pc:docMk/>
          <pc:sldMk cId="753594123" sldId="2147482818"/>
        </pc:sldMkLst>
        <pc:spChg chg="mod">
          <ac:chgData name="박소영" userId="184a8102-682f-4b3c-8dcd-402f876ecdad" providerId="ADAL" clId="{F7CF217E-0E5E-443E-B464-F9679106CD3B}" dt="2026-08-31T05:35:03.035" v="92" actId="1076"/>
          <ac:spMkLst>
            <pc:docMk/>
            <pc:sldMk cId="753594123" sldId="2147482818"/>
            <ac:spMk id="21" creationId="{0BE2DBB1-EAC2-169F-9CD8-FFDA7D6CDFFE}"/>
          </ac:spMkLst>
        </pc:spChg>
      </pc:sldChg>
      <pc:sldChg chg="modSp">
        <pc:chgData name="박소영" userId="184a8102-682f-4b3c-8dcd-402f876ecdad" providerId="ADAL" clId="{F7CF217E-0E5E-443E-B464-F9679106CD3B}" dt="2026-08-31T05:27:01.978" v="0" actId="27636"/>
        <pc:sldMkLst>
          <pc:docMk/>
          <pc:sldMk cId="4138162580" sldId="2147482826"/>
        </pc:sldMkLst>
        <pc:spChg chg="mod">
          <ac:chgData name="박소영" userId="184a8102-682f-4b3c-8dcd-402f876ecdad" providerId="ADAL" clId="{F7CF217E-0E5E-443E-B464-F9679106CD3B}" dt="2026-08-31T05:27:01.978" v="0" actId="27636"/>
          <ac:spMkLst>
            <pc:docMk/>
            <pc:sldMk cId="4138162580" sldId="2147482826"/>
            <ac:spMk id="5" creationId="{E1EE6C53-1105-0945-F2AC-7BDABB9E0BFE}"/>
          </ac:spMkLst>
        </pc:spChg>
      </pc:sldChg>
      <pc:sldChg chg="modSp">
        <pc:chgData name="박소영" userId="184a8102-682f-4b3c-8dcd-402f876ecdad" providerId="ADAL" clId="{F7CF217E-0E5E-443E-B464-F9679106CD3B}" dt="2026-08-31T05:34:04.250" v="60" actId="1076"/>
        <pc:sldMkLst>
          <pc:docMk/>
          <pc:sldMk cId="8185250" sldId="2147482827"/>
        </pc:sldMkLst>
        <pc:spChg chg="mod">
          <ac:chgData name="박소영" userId="184a8102-682f-4b3c-8dcd-402f876ecdad" providerId="ADAL" clId="{F7CF217E-0E5E-443E-B464-F9679106CD3B}" dt="2026-08-31T05:34:04.250" v="60" actId="1076"/>
          <ac:spMkLst>
            <pc:docMk/>
            <pc:sldMk cId="8185250" sldId="2147482827"/>
            <ac:spMk id="11" creationId="{C6D22E79-CC21-8BD3-9C88-AB3456AD1C2B}"/>
          </ac:spMkLst>
        </pc:spChg>
      </pc:sldChg>
      <pc:sldChg chg="modSp">
        <pc:chgData name="박소영" userId="184a8102-682f-4b3c-8dcd-402f876ecdad" providerId="ADAL" clId="{F7CF217E-0E5E-443E-B464-F9679106CD3B}" dt="2026-08-31T05:33:46.386" v="59" actId="20577"/>
        <pc:sldMkLst>
          <pc:docMk/>
          <pc:sldMk cId="3584997305" sldId="2147482828"/>
        </pc:sldMkLst>
        <pc:spChg chg="mod">
          <ac:chgData name="박소영" userId="184a8102-682f-4b3c-8dcd-402f876ecdad" providerId="ADAL" clId="{F7CF217E-0E5E-443E-B464-F9679106CD3B}" dt="2026-08-31T05:33:46.386" v="59" actId="20577"/>
          <ac:spMkLst>
            <pc:docMk/>
            <pc:sldMk cId="3584997305" sldId="2147482828"/>
            <ac:spMk id="3" creationId="{0DC26367-57BC-8CB7-D009-C1A988908C38}"/>
          </ac:spMkLst>
        </pc:spChg>
      </pc:sldChg>
      <pc:sldChg chg="modSp">
        <pc:chgData name="박소영" userId="184a8102-682f-4b3c-8dcd-402f876ecdad" providerId="ADAL" clId="{F7CF217E-0E5E-443E-B464-F9679106CD3B}" dt="2026-08-31T05:27:02.225" v="8" actId="27636"/>
        <pc:sldMkLst>
          <pc:docMk/>
          <pc:sldMk cId="1675657445" sldId="2147482831"/>
        </pc:sldMkLst>
        <pc:spChg chg="mod">
          <ac:chgData name="박소영" userId="184a8102-682f-4b3c-8dcd-402f876ecdad" providerId="ADAL" clId="{F7CF217E-0E5E-443E-B464-F9679106CD3B}" dt="2026-08-31T05:27:02.225" v="8" actId="27636"/>
          <ac:spMkLst>
            <pc:docMk/>
            <pc:sldMk cId="1675657445" sldId="2147482831"/>
            <ac:spMk id="5" creationId="{9050AB62-D111-358D-CAF2-1A2328D90637}"/>
          </ac:spMkLst>
        </pc:spChg>
      </pc:sldChg>
      <pc:sldChg chg="modSp">
        <pc:chgData name="박소영" userId="184a8102-682f-4b3c-8dcd-402f876ecdad" providerId="ADAL" clId="{F7CF217E-0E5E-443E-B464-F9679106CD3B}" dt="2026-08-31T05:36:53.998" v="94" actId="122"/>
        <pc:sldMkLst>
          <pc:docMk/>
          <pc:sldMk cId="1880523932" sldId="2147482832"/>
        </pc:sldMkLst>
        <pc:spChg chg="mod">
          <ac:chgData name="박소영" userId="184a8102-682f-4b3c-8dcd-402f876ecdad" providerId="ADAL" clId="{F7CF217E-0E5E-443E-B464-F9679106CD3B}" dt="2026-08-31T05:36:53.998" v="94" actId="122"/>
          <ac:spMkLst>
            <pc:docMk/>
            <pc:sldMk cId="1880523932" sldId="2147482832"/>
            <ac:spMk id="11" creationId="{D9DC867B-D6E9-E9E7-2A08-BE67ACB1F4E2}"/>
          </ac:spMkLst>
        </pc:spChg>
      </pc:sldChg>
      <pc:sldChg chg="modSp">
        <pc:chgData name="박소영" userId="184a8102-682f-4b3c-8dcd-402f876ecdad" providerId="ADAL" clId="{F7CF217E-0E5E-443E-B464-F9679106CD3B}" dt="2026-08-31T05:37:10.159" v="96" actId="1582"/>
        <pc:sldMkLst>
          <pc:docMk/>
          <pc:sldMk cId="307183637" sldId="2147482833"/>
        </pc:sldMkLst>
        <pc:spChg chg="mod">
          <ac:chgData name="박소영" userId="184a8102-682f-4b3c-8dcd-402f876ecdad" providerId="ADAL" clId="{F7CF217E-0E5E-443E-B464-F9679106CD3B}" dt="2026-08-31T05:37:10.159" v="96" actId="1582"/>
          <ac:spMkLst>
            <pc:docMk/>
            <pc:sldMk cId="307183637" sldId="2147482833"/>
            <ac:spMk id="4" creationId="{00435BF3-0443-117E-97FD-F3F7FBC5F7A9}"/>
          </ac:spMkLst>
        </pc:spChg>
      </pc:sldChg>
      <pc:sldChg chg="modSp">
        <pc:chgData name="박소영" userId="184a8102-682f-4b3c-8dcd-402f876ecdad" providerId="ADAL" clId="{F7CF217E-0E5E-443E-B464-F9679106CD3B}" dt="2026-08-31T05:37:14.632" v="97" actId="1076"/>
        <pc:sldMkLst>
          <pc:docMk/>
          <pc:sldMk cId="761898480" sldId="2147482834"/>
        </pc:sldMkLst>
        <pc:spChg chg="mod">
          <ac:chgData name="박소영" userId="184a8102-682f-4b3c-8dcd-402f876ecdad" providerId="ADAL" clId="{F7CF217E-0E5E-443E-B464-F9679106CD3B}" dt="2026-08-31T05:37:14.632" v="97" actId="1076"/>
          <ac:spMkLst>
            <pc:docMk/>
            <pc:sldMk cId="761898480" sldId="2147482834"/>
            <ac:spMk id="7" creationId="{93FFE823-C030-AE9F-CEC9-7BFE5ABF9CBD}"/>
          </ac:spMkLst>
        </pc:spChg>
      </pc:sldChg>
      <pc:sldMasterChg chg="modSldLayout">
        <pc:chgData name="박소영" userId="184a8102-682f-4b3c-8dcd-402f876ecdad" providerId="ADAL" clId="{F7CF217E-0E5E-443E-B464-F9679106CD3B}" dt="2026-08-31T05:29:20.828" v="23" actId="2711"/>
        <pc:sldMasterMkLst>
          <pc:docMk/>
          <pc:sldMasterMk cId="2176429824" sldId="2147483672"/>
        </pc:sldMasterMkLst>
        <pc:sldLayoutChg chg="modSp">
          <pc:chgData name="박소영" userId="184a8102-682f-4b3c-8dcd-402f876ecdad" providerId="ADAL" clId="{F7CF217E-0E5E-443E-B464-F9679106CD3B}" dt="2026-08-31T05:29:20.828" v="23" actId="2711"/>
          <pc:sldLayoutMkLst>
            <pc:docMk/>
            <pc:sldMasterMk cId="2176429824" sldId="2147483672"/>
            <pc:sldLayoutMk cId="3495819577" sldId="2147483673"/>
          </pc:sldLayoutMkLst>
          <pc:spChg chg="mod">
            <ac:chgData name="박소영" userId="184a8102-682f-4b3c-8dcd-402f876ecdad" providerId="ADAL" clId="{F7CF217E-0E5E-443E-B464-F9679106CD3B}" dt="2026-08-31T05:27:35.894" v="11" actId="2711"/>
            <ac:spMkLst>
              <pc:docMk/>
              <pc:sldMasterMk cId="2176429824" sldId="2147483672"/>
              <pc:sldLayoutMk cId="3495819577" sldId="2147483673"/>
              <ac:spMk id="22" creationId="{B9464DA3-1C05-EFEF-0CF9-DB2F9DD02B2B}"/>
            </ac:spMkLst>
          </pc:spChg>
          <pc:spChg chg="mod">
            <ac:chgData name="박소영" userId="184a8102-682f-4b3c-8dcd-402f876ecdad" providerId="ADAL" clId="{F7CF217E-0E5E-443E-B464-F9679106CD3B}" dt="2026-08-31T05:27:35.894" v="11" actId="2711"/>
            <ac:spMkLst>
              <pc:docMk/>
              <pc:sldMasterMk cId="2176429824" sldId="2147483672"/>
              <pc:sldLayoutMk cId="3495819577" sldId="2147483673"/>
              <ac:spMk id="23" creationId="{6784E3E8-FB05-307A-C97C-4713B7C014B9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37" creationId="{39AFE619-AB3A-0BBA-33E3-E1BC52D04959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54" creationId="{BCEC1AD0-C2DA-E88F-C841-381E7EA5F954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56" creationId="{32547F1C-2B44-7C7D-4702-47C10D1B7ACD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58" creationId="{705881F2-A579-11B2-1DD1-3358984EF36B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60" creationId="{04A8C058-F64A-1E66-1F6F-62CD08270280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66" creationId="{EAF4F62C-570B-54E9-1C2B-F6220B1DEDFB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68" creationId="{B093DB5E-4207-05ED-BD91-422573F62F6B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70" creationId="{DA2C5F36-384A-AE38-6F31-2528D3932CC4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72" creationId="{E0A5109E-F4D0-EF87-C108-9589E6B29A3D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74" creationId="{F16D5B3A-B8BE-AF8B-E53F-1DFD17EF0B3E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76" creationId="{549DFD38-64A3-3B32-9262-6733C544D55B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78" creationId="{4BCB28D2-3412-A7F2-3E81-0DF9FF0A9BE0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80" creationId="{E8BCB0B5-D7F8-C222-6359-0A6D804F7281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82" creationId="{257F619C-BF55-D226-78AB-39D414172FA6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88" creationId="{D1F82DE5-7898-9F94-B684-5843C61EEDDD}"/>
            </ac:spMkLst>
          </pc:spChg>
          <pc:spChg chg="mod">
            <ac:chgData name="박소영" userId="184a8102-682f-4b3c-8dcd-402f876ecdad" providerId="ADAL" clId="{F7CF217E-0E5E-443E-B464-F9679106CD3B}" dt="2026-08-31T05:29:20.828" v="23" actId="2711"/>
            <ac:spMkLst>
              <pc:docMk/>
              <pc:sldMasterMk cId="2176429824" sldId="2147483672"/>
              <pc:sldLayoutMk cId="3495819577" sldId="2147483673"/>
              <ac:spMk id="90" creationId="{D2A22EB2-B2DB-5885-593C-2D56D00CD08A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7:30.996" v="10" actId="2711"/>
          <pc:sldLayoutMkLst>
            <pc:docMk/>
            <pc:sldMasterMk cId="2176429824" sldId="2147483672"/>
            <pc:sldLayoutMk cId="794479273" sldId="2147483681"/>
          </pc:sldLayoutMkLst>
          <pc:spChg chg="mod">
            <ac:chgData name="박소영" userId="184a8102-682f-4b3c-8dcd-402f876ecdad" providerId="ADAL" clId="{F7CF217E-0E5E-443E-B464-F9679106CD3B}" dt="2026-08-31T05:27:30.996" v="10" actId="2711"/>
            <ac:spMkLst>
              <pc:docMk/>
              <pc:sldMasterMk cId="2176429824" sldId="2147483672"/>
              <pc:sldLayoutMk cId="794479273" sldId="2147483681"/>
              <ac:spMk id="2" creationId="{182EF08A-7027-0505-FDDB-79111F493D84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7:59.251" v="14" actId="2711"/>
          <pc:sldLayoutMkLst>
            <pc:docMk/>
            <pc:sldMasterMk cId="2176429824" sldId="2147483672"/>
            <pc:sldLayoutMk cId="2898301112" sldId="2147483682"/>
          </pc:sldLayoutMkLst>
          <pc:spChg chg="mod">
            <ac:chgData name="박소영" userId="184a8102-682f-4b3c-8dcd-402f876ecdad" providerId="ADAL" clId="{F7CF217E-0E5E-443E-B464-F9679106CD3B}" dt="2026-08-31T05:27:59.251" v="14" actId="2711"/>
            <ac:spMkLst>
              <pc:docMk/>
              <pc:sldMasterMk cId="2176429824" sldId="2147483672"/>
              <pc:sldLayoutMk cId="2898301112" sldId="2147483682"/>
              <ac:spMk id="2" creationId="{10BC42A9-8221-8D10-FB0B-25F1C2BE02DB}"/>
            </ac:spMkLst>
          </pc:spChg>
          <pc:spChg chg="mod">
            <ac:chgData name="박소영" userId="184a8102-682f-4b3c-8dcd-402f876ecdad" providerId="ADAL" clId="{F7CF217E-0E5E-443E-B464-F9679106CD3B}" dt="2026-08-31T05:27:50.303" v="13" actId="2711"/>
            <ac:spMkLst>
              <pc:docMk/>
              <pc:sldMasterMk cId="2176429824" sldId="2147483672"/>
              <pc:sldLayoutMk cId="2898301112" sldId="2147483682"/>
              <ac:spMk id="17" creationId="{9F4D6CE9-7EA9-1195-ED84-833DF07A577F}"/>
            </ac:spMkLst>
          </pc:spChg>
          <pc:spChg chg="mod">
            <ac:chgData name="박소영" userId="184a8102-682f-4b3c-8dcd-402f876ecdad" providerId="ADAL" clId="{F7CF217E-0E5E-443E-B464-F9679106CD3B}" dt="2026-08-31T05:27:50.303" v="13" actId="2711"/>
            <ac:spMkLst>
              <pc:docMk/>
              <pc:sldMasterMk cId="2176429824" sldId="2147483672"/>
              <pc:sldLayoutMk cId="2898301112" sldId="2147483682"/>
              <ac:spMk id="19" creationId="{2484A049-7072-B91B-A5F4-CBDCD3A64A07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14.682" v="17" actId="2711"/>
          <pc:sldLayoutMkLst>
            <pc:docMk/>
            <pc:sldMasterMk cId="2176429824" sldId="2147483672"/>
            <pc:sldLayoutMk cId="4236111154" sldId="2147483683"/>
          </pc:sldLayoutMkLst>
          <pc:spChg chg="mod">
            <ac:chgData name="박소영" userId="184a8102-682f-4b3c-8dcd-402f876ecdad" providerId="ADAL" clId="{F7CF217E-0E5E-443E-B464-F9679106CD3B}" dt="2026-08-31T05:28:14.682" v="17" actId="2711"/>
            <ac:spMkLst>
              <pc:docMk/>
              <pc:sldMasterMk cId="2176429824" sldId="2147483672"/>
              <pc:sldLayoutMk cId="4236111154" sldId="2147483683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20.916" v="18" actId="2711"/>
          <pc:sldLayoutMkLst>
            <pc:docMk/>
            <pc:sldMasterMk cId="2176429824" sldId="2147483672"/>
            <pc:sldLayoutMk cId="2545035427" sldId="2147483684"/>
          </pc:sldLayoutMkLst>
          <pc:spChg chg="mod">
            <ac:chgData name="박소영" userId="184a8102-682f-4b3c-8dcd-402f876ecdad" providerId="ADAL" clId="{F7CF217E-0E5E-443E-B464-F9679106CD3B}" dt="2026-08-31T05:28:20.916" v="18" actId="2711"/>
            <ac:spMkLst>
              <pc:docMk/>
              <pc:sldMasterMk cId="2176429824" sldId="2147483672"/>
              <pc:sldLayoutMk cId="2545035427" sldId="2147483684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50.821" v="21" actId="2711"/>
          <pc:sldLayoutMkLst>
            <pc:docMk/>
            <pc:sldMasterMk cId="2176429824" sldId="2147483672"/>
            <pc:sldLayoutMk cId="519887085" sldId="2147483685"/>
          </pc:sldLayoutMkLst>
          <pc:spChg chg="mod">
            <ac:chgData name="박소영" userId="184a8102-682f-4b3c-8dcd-402f876ecdad" providerId="ADAL" clId="{F7CF217E-0E5E-443E-B464-F9679106CD3B}" dt="2026-08-31T05:28:50.821" v="21" actId="2711"/>
            <ac:spMkLst>
              <pc:docMk/>
              <pc:sldMasterMk cId="2176429824" sldId="2147483672"/>
              <pc:sldLayoutMk cId="519887085" sldId="2147483685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38.465" v="20" actId="2711"/>
          <pc:sldLayoutMkLst>
            <pc:docMk/>
            <pc:sldMasterMk cId="2176429824" sldId="2147483672"/>
            <pc:sldLayoutMk cId="172102968" sldId="2147483686"/>
          </pc:sldLayoutMkLst>
          <pc:spChg chg="mod">
            <ac:chgData name="박소영" userId="184a8102-682f-4b3c-8dcd-402f876ecdad" providerId="ADAL" clId="{F7CF217E-0E5E-443E-B464-F9679106CD3B}" dt="2026-08-31T05:28:38.465" v="20" actId="2711"/>
            <ac:spMkLst>
              <pc:docMk/>
              <pc:sldMasterMk cId="2176429824" sldId="2147483672"/>
              <pc:sldLayoutMk cId="172102968" sldId="2147483686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28.336" v="19" actId="2711"/>
          <pc:sldLayoutMkLst>
            <pc:docMk/>
            <pc:sldMasterMk cId="2176429824" sldId="2147483672"/>
            <pc:sldLayoutMk cId="732339273" sldId="2147483687"/>
          </pc:sldLayoutMkLst>
          <pc:spChg chg="mod">
            <ac:chgData name="박소영" userId="184a8102-682f-4b3c-8dcd-402f876ecdad" providerId="ADAL" clId="{F7CF217E-0E5E-443E-B464-F9679106CD3B}" dt="2026-08-31T05:28:28.336" v="19" actId="2711"/>
            <ac:spMkLst>
              <pc:docMk/>
              <pc:sldMasterMk cId="2176429824" sldId="2147483672"/>
              <pc:sldLayoutMk cId="732339273" sldId="2147483687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07.141" v="15" actId="2711"/>
          <pc:sldLayoutMkLst>
            <pc:docMk/>
            <pc:sldMasterMk cId="2176429824" sldId="2147483672"/>
            <pc:sldLayoutMk cId="1018320229" sldId="2147483688"/>
          </pc:sldLayoutMkLst>
          <pc:spChg chg="mod">
            <ac:chgData name="박소영" userId="184a8102-682f-4b3c-8dcd-402f876ecdad" providerId="ADAL" clId="{F7CF217E-0E5E-443E-B464-F9679106CD3B}" dt="2026-08-31T05:28:07.141" v="15" actId="2711"/>
            <ac:spMkLst>
              <pc:docMk/>
              <pc:sldMasterMk cId="2176429824" sldId="2147483672"/>
              <pc:sldLayoutMk cId="1018320229" sldId="2147483688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F7CF217E-0E5E-443E-B464-F9679106CD3B}" dt="2026-08-31T05:28:58.396" v="22" actId="2711"/>
          <pc:sldLayoutMkLst>
            <pc:docMk/>
            <pc:sldMasterMk cId="2176429824" sldId="2147483672"/>
            <pc:sldLayoutMk cId="117336991" sldId="2147483689"/>
          </pc:sldLayoutMkLst>
          <pc:spChg chg="mod">
            <ac:chgData name="박소영" userId="184a8102-682f-4b3c-8dcd-402f876ecdad" providerId="ADAL" clId="{F7CF217E-0E5E-443E-B464-F9679106CD3B}" dt="2026-08-31T05:28:58.396" v="22" actId="2711"/>
            <ac:spMkLst>
              <pc:docMk/>
              <pc:sldMasterMk cId="2176429824" sldId="2147483672"/>
              <pc:sldLayoutMk cId="117336991" sldId="2147483689"/>
              <ac:spMk id="2" creationId="{C2C6F9F2-1E6E-482C-DCFC-15AFD8452EC2}"/>
            </ac:spMkLst>
          </pc:spChg>
        </pc:sldLayoutChg>
      </pc:sldMasterChg>
    </pc:docChg>
  </pc:docChgLst>
  <pc:docChgLst>
    <pc:chgData name="최인호" userId="b4efcb7a-706e-4704-a9c1-aa210034272e" providerId="ADAL" clId="{ACDE62D4-61AE-4C3B-8133-EBD825E9FB13}"/>
    <pc:docChg chg="undo custSel addSld delSld modSld">
      <pc:chgData name="최인호" userId="b4efcb7a-706e-4704-a9c1-aa210034272e" providerId="ADAL" clId="{ACDE62D4-61AE-4C3B-8133-EBD825E9FB13}" dt="2026-08-31T03:09:27.548" v="356" actId="20577"/>
      <pc:docMkLst>
        <pc:docMk/>
      </pc:docMkLst>
      <pc:sldChg chg="delSp modSp mod">
        <pc:chgData name="최인호" userId="b4efcb7a-706e-4704-a9c1-aa210034272e" providerId="ADAL" clId="{ACDE62D4-61AE-4C3B-8133-EBD825E9FB13}" dt="2026-08-31T03:07:04.907" v="81" actId="20577"/>
        <pc:sldMkLst>
          <pc:docMk/>
          <pc:sldMk cId="2621048572" sldId="264"/>
        </pc:sldMkLst>
        <pc:spChg chg="mod">
          <ac:chgData name="최인호" userId="b4efcb7a-706e-4704-a9c1-aa210034272e" providerId="ADAL" clId="{ACDE62D4-61AE-4C3B-8133-EBD825E9FB13}" dt="2026-08-31T03:07:04.907" v="81" actId="20577"/>
          <ac:spMkLst>
            <pc:docMk/>
            <pc:sldMk cId="2621048572" sldId="264"/>
            <ac:spMk id="3" creationId="{5ABD211F-43BC-3FED-8A24-045104421453}"/>
          </ac:spMkLst>
        </pc:spChg>
        <pc:spChg chg="mod">
          <ac:chgData name="최인호" userId="b4efcb7a-706e-4704-a9c1-aa210034272e" providerId="ADAL" clId="{ACDE62D4-61AE-4C3B-8133-EBD825E9FB13}" dt="2026-08-31T03:06:51.042" v="8" actId="1076"/>
          <ac:spMkLst>
            <pc:docMk/>
            <pc:sldMk cId="2621048572" sldId="264"/>
            <ac:spMk id="9" creationId="{48695A99-F221-C76D-AAE7-579DC50E6F54}"/>
          </ac:spMkLst>
        </pc:spChg>
        <pc:spChg chg="del">
          <ac:chgData name="최인호" userId="b4efcb7a-706e-4704-a9c1-aa210034272e" providerId="ADAL" clId="{ACDE62D4-61AE-4C3B-8133-EBD825E9FB13}" dt="2026-08-31T03:06:48.161" v="7" actId="21"/>
          <ac:spMkLst>
            <pc:docMk/>
            <pc:sldMk cId="2621048572" sldId="264"/>
            <ac:spMk id="10" creationId="{EE57B525-F3CA-6642-D666-9620CE9B7E11}"/>
          </ac:spMkLst>
        </pc:spChg>
        <pc:spChg chg="del">
          <ac:chgData name="최인호" userId="b4efcb7a-706e-4704-a9c1-aa210034272e" providerId="ADAL" clId="{ACDE62D4-61AE-4C3B-8133-EBD825E9FB13}" dt="2026-08-31T03:06:48.161" v="7" actId="21"/>
          <ac:spMkLst>
            <pc:docMk/>
            <pc:sldMk cId="2621048572" sldId="264"/>
            <ac:spMk id="11" creationId="{958BEE8A-BBEA-92CB-3C19-96182E971285}"/>
          </ac:spMkLst>
        </pc:spChg>
        <pc:spChg chg="del">
          <ac:chgData name="최인호" userId="b4efcb7a-706e-4704-a9c1-aa210034272e" providerId="ADAL" clId="{ACDE62D4-61AE-4C3B-8133-EBD825E9FB13}" dt="2026-08-31T03:06:48.161" v="7" actId="21"/>
          <ac:spMkLst>
            <pc:docMk/>
            <pc:sldMk cId="2621048572" sldId="264"/>
            <ac:spMk id="15" creationId="{F4B6F654-9452-2580-7377-A8AD996E9C62}"/>
          </ac:spMkLst>
        </pc:spChg>
        <pc:grpChg chg="mod">
          <ac:chgData name="최인호" userId="b4efcb7a-706e-4704-a9c1-aa210034272e" providerId="ADAL" clId="{ACDE62D4-61AE-4C3B-8133-EBD825E9FB13}" dt="2026-08-31T03:06:51.042" v="8" actId="1076"/>
          <ac:grpSpMkLst>
            <pc:docMk/>
            <pc:sldMk cId="2621048572" sldId="264"/>
            <ac:grpSpMk id="6" creationId="{DFBC1762-2DB4-858D-50E6-260D6AC09007}"/>
          </ac:grpSpMkLst>
        </pc:grpChg>
        <pc:grpChg chg="del">
          <ac:chgData name="최인호" userId="b4efcb7a-706e-4704-a9c1-aa210034272e" providerId="ADAL" clId="{ACDE62D4-61AE-4C3B-8133-EBD825E9FB13}" dt="2026-08-31T03:06:48.161" v="7" actId="21"/>
          <ac:grpSpMkLst>
            <pc:docMk/>
            <pc:sldMk cId="2621048572" sldId="264"/>
            <ac:grpSpMk id="12" creationId="{CEA0D19C-C9AD-BF3F-9EB5-51232E2FD4B9}"/>
          </ac:grpSpMkLst>
        </pc:grpChg>
      </pc:sldChg>
      <pc:sldChg chg="del">
        <pc:chgData name="최인호" userId="b4efcb7a-706e-4704-a9c1-aa210034272e" providerId="ADAL" clId="{ACDE62D4-61AE-4C3B-8133-EBD825E9FB13}" dt="2026-08-31T03:07:06.724" v="82" actId="2696"/>
        <pc:sldMkLst>
          <pc:docMk/>
          <pc:sldMk cId="1766628119" sldId="265"/>
        </pc:sldMkLst>
      </pc:sldChg>
      <pc:sldChg chg="del">
        <pc:chgData name="최인호" userId="b4efcb7a-706e-4704-a9c1-aa210034272e" providerId="ADAL" clId="{ACDE62D4-61AE-4C3B-8133-EBD825E9FB13}" dt="2026-08-31T03:05:33.146" v="0" actId="2696"/>
        <pc:sldMkLst>
          <pc:docMk/>
          <pc:sldMk cId="4100012531" sldId="268"/>
        </pc:sldMkLst>
      </pc:sldChg>
      <pc:sldChg chg="del">
        <pc:chgData name="최인호" userId="b4efcb7a-706e-4704-a9c1-aa210034272e" providerId="ADAL" clId="{ACDE62D4-61AE-4C3B-8133-EBD825E9FB13}" dt="2026-08-31T03:05:38.656" v="1" actId="2696"/>
        <pc:sldMkLst>
          <pc:docMk/>
          <pc:sldMk cId="2725932855" sldId="269"/>
        </pc:sldMkLst>
      </pc:sldChg>
      <pc:sldChg chg="del">
        <pc:chgData name="최인호" userId="b4efcb7a-706e-4704-a9c1-aa210034272e" providerId="ADAL" clId="{ACDE62D4-61AE-4C3B-8133-EBD825E9FB13}" dt="2026-08-31T03:05:39.046" v="2" actId="2696"/>
        <pc:sldMkLst>
          <pc:docMk/>
          <pc:sldMk cId="3552696426" sldId="270"/>
        </pc:sldMkLst>
      </pc:sldChg>
      <pc:sldChg chg="modSp mod">
        <pc:chgData name="최인호" userId="b4efcb7a-706e-4704-a9c1-aa210034272e" providerId="ADAL" clId="{ACDE62D4-61AE-4C3B-8133-EBD825E9FB13}" dt="2026-08-31T03:07:19.587" v="84" actId="21"/>
        <pc:sldMkLst>
          <pc:docMk/>
          <pc:sldMk cId="1681747082" sldId="285"/>
        </pc:sldMkLst>
        <pc:spChg chg="mod">
          <ac:chgData name="최인호" userId="b4efcb7a-706e-4704-a9c1-aa210034272e" providerId="ADAL" clId="{ACDE62D4-61AE-4C3B-8133-EBD825E9FB13}" dt="2026-08-31T03:07:19.587" v="84" actId="21"/>
          <ac:spMkLst>
            <pc:docMk/>
            <pc:sldMk cId="1681747082" sldId="285"/>
            <ac:spMk id="3" creationId="{89A6709A-93BB-8AF0-02DE-96AE3F784692}"/>
          </ac:spMkLst>
        </pc:spChg>
      </pc:sldChg>
      <pc:sldChg chg="del">
        <pc:chgData name="최인호" userId="b4efcb7a-706e-4704-a9c1-aa210034272e" providerId="ADAL" clId="{ACDE62D4-61AE-4C3B-8133-EBD825E9FB13}" dt="2026-08-31T03:05:39.478" v="3" actId="2696"/>
        <pc:sldMkLst>
          <pc:docMk/>
          <pc:sldMk cId="122870939" sldId="1111"/>
        </pc:sldMkLst>
      </pc:sldChg>
      <pc:sldChg chg="add del">
        <pc:chgData name="최인호" userId="b4efcb7a-706e-4704-a9c1-aa210034272e" providerId="ADAL" clId="{ACDE62D4-61AE-4C3B-8133-EBD825E9FB13}" dt="2026-08-31T03:05:43.990" v="6" actId="2696"/>
        <pc:sldMkLst>
          <pc:docMk/>
          <pc:sldMk cId="3314356554" sldId="1112"/>
        </pc:sldMkLst>
      </pc:sldChg>
      <pc:sldChg chg="add del">
        <pc:chgData name="최인호" userId="b4efcb7a-706e-4704-a9c1-aa210034272e" providerId="ADAL" clId="{ACDE62D4-61AE-4C3B-8133-EBD825E9FB13}" dt="2026-08-31T03:07:35.056" v="86" actId="2696"/>
        <pc:sldMkLst>
          <pc:docMk/>
          <pc:sldMk cId="4260310328" sldId="2147482791"/>
        </pc:sldMkLst>
      </pc:sldChg>
      <pc:sldChg chg="modSp mod">
        <pc:chgData name="최인호" userId="b4efcb7a-706e-4704-a9c1-aa210034272e" providerId="ADAL" clId="{ACDE62D4-61AE-4C3B-8133-EBD825E9FB13}" dt="2026-08-31T03:08:12.281" v="101" actId="20577"/>
        <pc:sldMkLst>
          <pc:docMk/>
          <pc:sldMk cId="4140196626" sldId="2147482797"/>
        </pc:sldMkLst>
        <pc:spChg chg="mod">
          <ac:chgData name="최인호" userId="b4efcb7a-706e-4704-a9c1-aa210034272e" providerId="ADAL" clId="{ACDE62D4-61AE-4C3B-8133-EBD825E9FB13}" dt="2026-08-31T03:08:12.281" v="101" actId="20577"/>
          <ac:spMkLst>
            <pc:docMk/>
            <pc:sldMk cId="4140196626" sldId="2147482797"/>
            <ac:spMk id="3" creationId="{297026E8-B357-BA1A-B040-6C29324BCAAC}"/>
          </ac:spMkLst>
        </pc:spChg>
      </pc:sldChg>
      <pc:sldChg chg="modSp mod">
        <pc:chgData name="최인호" userId="b4efcb7a-706e-4704-a9c1-aa210034272e" providerId="ADAL" clId="{ACDE62D4-61AE-4C3B-8133-EBD825E9FB13}" dt="2026-08-31T03:09:27.548" v="356" actId="20577"/>
        <pc:sldMkLst>
          <pc:docMk/>
          <pc:sldMk cId="292546301" sldId="2147482822"/>
        </pc:sldMkLst>
        <pc:spChg chg="mod">
          <ac:chgData name="최인호" userId="b4efcb7a-706e-4704-a9c1-aa210034272e" providerId="ADAL" clId="{ACDE62D4-61AE-4C3B-8133-EBD825E9FB13}" dt="2026-08-31T03:09:27.548" v="356" actId="20577"/>
          <ac:spMkLst>
            <pc:docMk/>
            <pc:sldMk cId="292546301" sldId="2147482822"/>
            <ac:spMk id="3" creationId="{2F564DBF-AA75-1657-668F-B4886413836C}"/>
          </ac:spMkLst>
        </pc:spChg>
      </pc:sldChg>
    </pc:docChg>
  </pc:docChgLst>
  <pc:docChgLst>
    <pc:chgData name="최인호" userId="b4efcb7a-706e-4704-a9c1-aa210034272e" providerId="ADAL" clId="{9BDDE7DB-8B59-4016-95BD-7367634F3211}"/>
    <pc:docChg chg="undo redo custSel addSld delSld modSld">
      <pc:chgData name="최인호" userId="b4efcb7a-706e-4704-a9c1-aa210034272e" providerId="ADAL" clId="{9BDDE7DB-8B59-4016-95BD-7367634F3211}" dt="2026-09-01T16:22:04.816" v="9" actId="21"/>
      <pc:docMkLst>
        <pc:docMk/>
      </pc:docMkLst>
      <pc:sldChg chg="del">
        <pc:chgData name="최인호" userId="b4efcb7a-706e-4704-a9c1-aa210034272e" providerId="ADAL" clId="{9BDDE7DB-8B59-4016-95BD-7367634F3211}" dt="2026-09-01T16:21:36.620" v="1" actId="2696"/>
        <pc:sldMkLst>
          <pc:docMk/>
          <pc:sldMk cId="1275953668" sldId="258"/>
        </pc:sldMkLst>
      </pc:sldChg>
      <pc:sldChg chg="modSp mod">
        <pc:chgData name="최인호" userId="b4efcb7a-706e-4704-a9c1-aa210034272e" providerId="ADAL" clId="{9BDDE7DB-8B59-4016-95BD-7367634F3211}" dt="2026-09-01T16:22:04.816" v="9" actId="21"/>
        <pc:sldMkLst>
          <pc:docMk/>
          <pc:sldMk cId="260610158" sldId="1127"/>
        </pc:sldMkLst>
        <pc:spChg chg="mod">
          <ac:chgData name="최인호" userId="b4efcb7a-706e-4704-a9c1-aa210034272e" providerId="ADAL" clId="{9BDDE7DB-8B59-4016-95BD-7367634F3211}" dt="2026-09-01T16:22:04.816" v="9" actId="21"/>
          <ac:spMkLst>
            <pc:docMk/>
            <pc:sldMk cId="260610158" sldId="1127"/>
            <ac:spMk id="3" creationId="{89A6709A-93BB-8AF0-02DE-96AE3F784692}"/>
          </ac:spMkLst>
        </pc:spChg>
      </pc:sldChg>
      <pc:sldChg chg="add">
        <pc:chgData name="최인호" userId="b4efcb7a-706e-4704-a9c1-aa210034272e" providerId="ADAL" clId="{9BDDE7DB-8B59-4016-95BD-7367634F3211}" dt="2026-09-01T16:21:35.686" v="0"/>
        <pc:sldMkLst>
          <pc:docMk/>
          <pc:sldMk cId="1619961529" sldId="21474828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1DA2C7EC-8874-483C-B43C-B70D1A9ADECC}" type="datetimeFigureOut">
              <a:rPr lang="ko-KR" altLang="en-US" smtClean="0"/>
              <a:pPr/>
              <a:t>2026-09-06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45619AE5-E003-4A32-B446-E1F6376076F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8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uoio8090/86a850a4c437a5d0990361ad2b3c79ca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3668-AC6E-8929-4C49-8D28102D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702440-8518-318A-52B3-FDBAE2605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889B5A-4113-D700-ED49-DAAA5AA9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원글 </a:t>
            </a:r>
            <a:r>
              <a:rPr lang="en-US" altLang="ko-KR"/>
              <a:t>: </a:t>
            </a:r>
            <a:r>
              <a:rPr lang="en-US" altLang="ko-KR">
                <a:hlinkClick r:id="rId3"/>
              </a:rPr>
              <a:t>https://gist.github.com/uoio8090/86a850a4c437a5d0990361ad2b3c79ca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8D7C7-B659-22F6-B6FF-FBB70328F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19AE5-E003-4A32-B446-E1F6376076F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40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대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EF08A-7027-0505-FDDB-79111F493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46337"/>
            <a:ext cx="12192000" cy="1325563"/>
          </a:xfrm>
        </p:spPr>
        <p:txBody>
          <a:bodyPr>
            <a:normAutofit/>
          </a:bodyPr>
          <a:lstStyle>
            <a:lvl1pPr algn="ctr">
              <a:defRPr sz="6600" b="1">
                <a:solidFill>
                  <a:srgbClr val="164194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defRPr>
            </a:lvl1pPr>
          </a:lstStyle>
          <a:p>
            <a:r>
              <a:rPr lang="ko-KR" altLang="en-US" sz="6600"/>
              <a:t>대제목 입력</a:t>
            </a:r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26AB540-0EC5-C0D6-B7A8-FBFF7670CF6E}"/>
              </a:ext>
            </a:extLst>
          </p:cNvPr>
          <p:cNvSpPr/>
          <p:nvPr/>
        </p:nvSpPr>
        <p:spPr>
          <a:xfrm>
            <a:off x="-279401" y="-319436"/>
            <a:ext cx="4229100" cy="1498600"/>
          </a:xfrm>
          <a:custGeom>
            <a:avLst/>
            <a:gdLst>
              <a:gd name="connsiteX0" fmla="*/ 0 w 3751803"/>
              <a:gd name="connsiteY0" fmla="*/ 0 h 2148102"/>
              <a:gd name="connsiteX1" fmla="*/ 3751803 w 3751803"/>
              <a:gd name="connsiteY1" fmla="*/ 0 h 2148102"/>
              <a:gd name="connsiteX2" fmla="*/ 3751803 w 3751803"/>
              <a:gd name="connsiteY2" fmla="*/ 728641 h 2148102"/>
              <a:gd name="connsiteX3" fmla="*/ 3353832 w 3751803"/>
              <a:gd name="connsiteY3" fmla="*/ 1417951 h 2148102"/>
              <a:gd name="connsiteX4" fmla="*/ 2273872 w 3751803"/>
              <a:gd name="connsiteY4" fmla="*/ 2041470 h 2148102"/>
              <a:gd name="connsiteX5" fmla="*/ 1477929 w 3751803"/>
              <a:gd name="connsiteY5" fmla="*/ 2041470 h 2148102"/>
              <a:gd name="connsiteX6" fmla="*/ 397972 w 3751803"/>
              <a:gd name="connsiteY6" fmla="*/ 1417951 h 2148102"/>
              <a:gd name="connsiteX7" fmla="*/ 0 w 3751803"/>
              <a:gd name="connsiteY7" fmla="*/ 728641 h 214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1803" h="2148102">
                <a:moveTo>
                  <a:pt x="0" y="0"/>
                </a:moveTo>
                <a:lnTo>
                  <a:pt x="3751803" y="0"/>
                </a:lnTo>
                <a:lnTo>
                  <a:pt x="3751803" y="728641"/>
                </a:lnTo>
                <a:cubicBezTo>
                  <a:pt x="3751803" y="1013009"/>
                  <a:pt x="3600096" y="1275772"/>
                  <a:pt x="3353832" y="1417951"/>
                </a:cubicBezTo>
                <a:lnTo>
                  <a:pt x="2273872" y="2041470"/>
                </a:lnTo>
                <a:cubicBezTo>
                  <a:pt x="2027608" y="2183647"/>
                  <a:pt x="1724194" y="2183647"/>
                  <a:pt x="1477929" y="2041470"/>
                </a:cubicBezTo>
                <a:lnTo>
                  <a:pt x="397972" y="1417951"/>
                </a:lnTo>
                <a:cubicBezTo>
                  <a:pt x="151706" y="1275772"/>
                  <a:pt x="0" y="1013009"/>
                  <a:pt x="0" y="728641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solidFill>
                  <a:prstClr val="white">
                    <a:lumMod val="95000"/>
                    <a:alpha val="0"/>
                  </a:prstClr>
                </a:solidFill>
              </a:ln>
              <a:solidFill>
                <a:prstClr val="white"/>
              </a:solidFill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C45130F-7763-B36C-B318-BF91B2BF2B0D}"/>
              </a:ext>
            </a:extLst>
          </p:cNvPr>
          <p:cNvSpPr/>
          <p:nvPr/>
        </p:nvSpPr>
        <p:spPr>
          <a:xfrm>
            <a:off x="8115299" y="5613653"/>
            <a:ext cx="4737100" cy="1244347"/>
          </a:xfrm>
          <a:custGeom>
            <a:avLst/>
            <a:gdLst>
              <a:gd name="connsiteX0" fmla="*/ 1871799 w 3743599"/>
              <a:gd name="connsiteY0" fmla="*/ 0 h 1357681"/>
              <a:gd name="connsiteX1" fmla="*/ 2269770 w 3743599"/>
              <a:gd name="connsiteY1" fmla="*/ 106637 h 1357681"/>
              <a:gd name="connsiteX2" fmla="*/ 3349730 w 3743599"/>
              <a:gd name="connsiteY2" fmla="*/ 730149 h 1357681"/>
              <a:gd name="connsiteX3" fmla="*/ 3740702 w 3743599"/>
              <a:gd name="connsiteY3" fmla="*/ 1314031 h 1357681"/>
              <a:gd name="connsiteX4" fmla="*/ 3743599 w 3743599"/>
              <a:gd name="connsiteY4" fmla="*/ 1357681 h 1357681"/>
              <a:gd name="connsiteX5" fmla="*/ 0 w 3743599"/>
              <a:gd name="connsiteY5" fmla="*/ 1357681 h 1357681"/>
              <a:gd name="connsiteX6" fmla="*/ 2898 w 3743599"/>
              <a:gd name="connsiteY6" fmla="*/ 1314031 h 1357681"/>
              <a:gd name="connsiteX7" fmla="*/ 393870 w 3743599"/>
              <a:gd name="connsiteY7" fmla="*/ 730149 h 1357681"/>
              <a:gd name="connsiteX8" fmla="*/ 1473827 w 3743599"/>
              <a:gd name="connsiteY8" fmla="*/ 106637 h 1357681"/>
              <a:gd name="connsiteX9" fmla="*/ 1871799 w 3743599"/>
              <a:gd name="connsiteY9" fmla="*/ 0 h 135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43599" h="1357681">
                <a:moveTo>
                  <a:pt x="1871799" y="0"/>
                </a:moveTo>
                <a:cubicBezTo>
                  <a:pt x="2009219" y="0"/>
                  <a:pt x="2146638" y="35546"/>
                  <a:pt x="2269770" y="106637"/>
                </a:cubicBezTo>
                <a:lnTo>
                  <a:pt x="3349730" y="730149"/>
                </a:lnTo>
                <a:cubicBezTo>
                  <a:pt x="3565211" y="854558"/>
                  <a:pt x="3708297" y="1071288"/>
                  <a:pt x="3740702" y="1314031"/>
                </a:cubicBezTo>
                <a:lnTo>
                  <a:pt x="3743599" y="1357681"/>
                </a:lnTo>
                <a:lnTo>
                  <a:pt x="0" y="1357681"/>
                </a:lnTo>
                <a:lnTo>
                  <a:pt x="2898" y="1314031"/>
                </a:lnTo>
                <a:cubicBezTo>
                  <a:pt x="35302" y="1071288"/>
                  <a:pt x="178388" y="854558"/>
                  <a:pt x="393870" y="730149"/>
                </a:cubicBezTo>
                <a:lnTo>
                  <a:pt x="1473827" y="106637"/>
                </a:lnTo>
                <a:cubicBezTo>
                  <a:pt x="1596960" y="35546"/>
                  <a:pt x="1734380" y="0"/>
                  <a:pt x="1871799" y="0"/>
                </a:cubicBezTo>
                <a:close/>
              </a:path>
            </a:pathLst>
          </a:custGeom>
          <a:solidFill>
            <a:srgbClr val="204273"/>
          </a:solidFill>
          <a:ln w="12700" cap="flat" cmpd="sng" algn="ctr">
            <a:noFill/>
            <a:prstDash val="solid"/>
            <a:miter lim="800000"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solidFill>
                  <a:prstClr val="white">
                    <a:lumMod val="95000"/>
                    <a:alpha val="0"/>
                  </a:prstClr>
                </a:solidFill>
              </a:ln>
              <a:solidFill>
                <a:prstClr val="white"/>
              </a:solidFill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ED0541C4-A786-F914-7018-129B1BBCB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8553" y="327522"/>
            <a:ext cx="1612165" cy="36787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944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41F7007D-6147-FA3C-0502-842698013747}"/>
              </a:ext>
            </a:extLst>
          </p:cNvPr>
          <p:cNvSpPr/>
          <p:nvPr/>
        </p:nvSpPr>
        <p:spPr>
          <a:xfrm>
            <a:off x="0" y="0"/>
            <a:ext cx="6804000" cy="320400"/>
          </a:xfrm>
          <a:prstGeom prst="rect">
            <a:avLst/>
          </a:prstGeom>
          <a:solidFill>
            <a:schemeClr val="bg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0F22C9-2529-AE94-336D-6E746940236C}"/>
              </a:ext>
            </a:extLst>
          </p:cNvPr>
          <p:cNvSpPr/>
          <p:nvPr/>
        </p:nvSpPr>
        <p:spPr>
          <a:xfrm>
            <a:off x="0" y="0"/>
            <a:ext cx="2313706" cy="6858000"/>
          </a:xfrm>
          <a:prstGeom prst="rect">
            <a:avLst/>
          </a:prstGeom>
          <a:solidFill>
            <a:schemeClr val="bg2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789BB8B-1C67-918A-C40C-91322F50A2B4}"/>
              </a:ext>
            </a:extLst>
          </p:cNvPr>
          <p:cNvGrpSpPr/>
          <p:nvPr/>
        </p:nvGrpSpPr>
        <p:grpSpPr>
          <a:xfrm>
            <a:off x="567470" y="923296"/>
            <a:ext cx="1123860" cy="1026923"/>
            <a:chOff x="643670" y="913771"/>
            <a:chExt cx="1123860" cy="102692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B9464DA3-1C05-EFEF-0CF9-DB2F9DD02B2B}"/>
                </a:ext>
              </a:extLst>
            </p:cNvPr>
            <p:cNvSpPr/>
            <p:nvPr/>
          </p:nvSpPr>
          <p:spPr>
            <a:xfrm>
              <a:off x="643670" y="913771"/>
              <a:ext cx="1123860" cy="522882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>
                <a:defRPr/>
              </a:pPr>
              <a:r>
                <a:rPr lang="en-US" altLang="ko-KR" sz="1600" kern="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OTF ExtraBold" panose="020B0600000101010101" pitchFamily="34" charset="-127"/>
                  <a:ea typeface="나눔스퀘어OTF ExtraBold" panose="020B0600000101010101" pitchFamily="34" charset="-127"/>
                  <a:cs typeface="맑은 고딕 Semilight" panose="020B0502040204020203" pitchFamily="50" charset="-127"/>
                </a:rPr>
                <a:t>CONTENTS</a:t>
              </a:r>
              <a:endParaRPr lang="ko-KR" altLang="en-US" sz="1600" kern="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  <a:cs typeface="맑은 고딕 Semilight" panose="020B0502040204020203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784E3E8-FB05-307A-C97C-4713B7C014B9}"/>
                </a:ext>
              </a:extLst>
            </p:cNvPr>
            <p:cNvSpPr/>
            <p:nvPr/>
          </p:nvSpPr>
          <p:spPr>
            <a:xfrm>
              <a:off x="643670" y="1417812"/>
              <a:ext cx="1123860" cy="522882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>
                <a:defRPr/>
              </a:pPr>
              <a:r>
                <a:rPr lang="ko-KR" altLang="en-US" sz="4000" b="1" kern="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OTF ExtraBold" panose="020B0600000101010101" pitchFamily="34" charset="-127"/>
                  <a:ea typeface="나눔스퀘어OTF ExtraBold" panose="020B0600000101010101" pitchFamily="34" charset="-127"/>
                  <a:cs typeface="맑은 고딕 Semilight" panose="020B0502040204020203" pitchFamily="50" charset="-127"/>
                </a:rPr>
                <a:t>목차</a:t>
              </a:r>
            </a:p>
          </p:txBody>
        </p:sp>
      </p:grpSp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39AFE619-AB3A-0BBA-33E3-E1BC52D04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3706" y="1097412"/>
            <a:ext cx="1450800" cy="320400"/>
          </a:xfrm>
          <a:solidFill>
            <a:srgbClr val="164194"/>
          </a:soli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1 </a:t>
            </a:r>
            <a:endParaRPr lang="ko-KR" altLang="en-US" dirty="0"/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BCEC1AD0-C2DA-E88F-C841-381E7EA5F9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13706" y="3456356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5</a:t>
            </a:r>
            <a:endParaRPr lang="ko-KR" altLang="en-US" dirty="0"/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32547F1C-2B44-7C7D-4702-47C10D1B7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3706" y="4046092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6</a:t>
            </a:r>
            <a:endParaRPr lang="ko-KR" altLang="en-US" dirty="0"/>
          </a:p>
        </p:txBody>
      </p:sp>
      <p:sp>
        <p:nvSpPr>
          <p:cNvPr id="58" name="텍스트 개체 틀 57">
            <a:extLst>
              <a:ext uri="{FF2B5EF4-FFF2-40B4-BE49-F238E27FC236}">
                <a16:creationId xmlns:a16="http://schemas.microsoft.com/office/drawing/2014/main" id="{705881F2-A579-11B2-1DD1-3358984EF3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13706" y="4635828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7</a:t>
            </a:r>
            <a:endParaRPr lang="ko-KR" altLang="en-US" dirty="0"/>
          </a:p>
        </p:txBody>
      </p:sp>
      <p:sp>
        <p:nvSpPr>
          <p:cNvPr id="60" name="텍스트 개체 틀 59">
            <a:extLst>
              <a:ext uri="{FF2B5EF4-FFF2-40B4-BE49-F238E27FC236}">
                <a16:creationId xmlns:a16="http://schemas.microsoft.com/office/drawing/2014/main" id="{04A8C058-F64A-1E66-1F6F-62CD082702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13706" y="5225567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8</a:t>
            </a:r>
            <a:endParaRPr lang="ko-KR" altLang="en-US" dirty="0"/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EAF4F62C-570B-54E9-1C2B-F6220B1DED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13706" y="2866620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4</a:t>
            </a:r>
            <a:endParaRPr lang="ko-KR" altLang="en-US" dirty="0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093DB5E-4207-05ED-BD91-422573F62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8106" y="1106937"/>
            <a:ext cx="7160419" cy="320400"/>
          </a:xfrm>
        </p:spPr>
        <p:txBody>
          <a:bodyPr/>
          <a:lstStyle>
            <a:lvl1pPr marL="0" indent="0">
              <a:buNone/>
              <a:defRPr lang="ko-KR" altLang="en-US" sz="1800" b="1" kern="1200" smtClean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장 제목을 입력</a:t>
            </a:r>
          </a:p>
        </p:txBody>
      </p:sp>
      <p:sp>
        <p:nvSpPr>
          <p:cNvPr id="70" name="텍스트 개체 틀 69">
            <a:extLst>
              <a:ext uri="{FF2B5EF4-FFF2-40B4-BE49-F238E27FC236}">
                <a16:creationId xmlns:a16="http://schemas.microsoft.com/office/drawing/2014/main" id="{DA2C5F36-384A-AE38-6F31-2528D3932C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98106" y="1695312"/>
            <a:ext cx="7160419" cy="320400"/>
          </a:xfrm>
        </p:spPr>
        <p:txBody>
          <a:bodyPr/>
          <a:lstStyle>
            <a:lvl1pPr marL="0" indent="0">
              <a:buNone/>
              <a:defRPr lang="ko-KR" altLang="en-US" sz="1800" b="1" kern="1200" smtClean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장 제목을 입력</a:t>
            </a:r>
          </a:p>
        </p:txBody>
      </p:sp>
      <p:sp>
        <p:nvSpPr>
          <p:cNvPr id="72" name="텍스트 개체 틀 71">
            <a:extLst>
              <a:ext uri="{FF2B5EF4-FFF2-40B4-BE49-F238E27FC236}">
                <a16:creationId xmlns:a16="http://schemas.microsoft.com/office/drawing/2014/main" id="{E0A5109E-F4D0-EF87-C108-9589E6B29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98106" y="2283687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74" name="텍스트 개체 틀 73">
            <a:extLst>
              <a:ext uri="{FF2B5EF4-FFF2-40B4-BE49-F238E27FC236}">
                <a16:creationId xmlns:a16="http://schemas.microsoft.com/office/drawing/2014/main" id="{F16D5B3A-B8BE-AF8B-E53F-1DFD17EF0B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98106" y="2872062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76" name="텍스트 개체 틀 75">
            <a:extLst>
              <a:ext uri="{FF2B5EF4-FFF2-40B4-BE49-F238E27FC236}">
                <a16:creationId xmlns:a16="http://schemas.microsoft.com/office/drawing/2014/main" id="{549DFD38-64A3-3B32-9262-6733C544D5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98106" y="4048812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78" name="텍스트 개체 틀 77">
            <a:extLst>
              <a:ext uri="{FF2B5EF4-FFF2-40B4-BE49-F238E27FC236}">
                <a16:creationId xmlns:a16="http://schemas.microsoft.com/office/drawing/2014/main" id="{4BCB28D2-3412-A7F2-3E81-0DF9FF0A9B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8106" y="4637187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80" name="텍스트 개체 틀 79">
            <a:extLst>
              <a:ext uri="{FF2B5EF4-FFF2-40B4-BE49-F238E27FC236}">
                <a16:creationId xmlns:a16="http://schemas.microsoft.com/office/drawing/2014/main" id="{E8BCB0B5-D7F8-C222-6359-0A6D804F72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8106" y="3460437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82" name="텍스트 개체 틀 81">
            <a:extLst>
              <a:ext uri="{FF2B5EF4-FFF2-40B4-BE49-F238E27FC236}">
                <a16:creationId xmlns:a16="http://schemas.microsoft.com/office/drawing/2014/main" id="{257F619C-BF55-D226-78AB-39D414172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8106" y="5225564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88" name="텍스트 개체 틀 87">
            <a:extLst>
              <a:ext uri="{FF2B5EF4-FFF2-40B4-BE49-F238E27FC236}">
                <a16:creationId xmlns:a16="http://schemas.microsoft.com/office/drawing/2014/main" id="{D1F82DE5-7898-9F94-B684-5843C61EED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13706" y="2283687"/>
            <a:ext cx="1450800" cy="320400"/>
          </a:xfrm>
          <a:solidFill>
            <a:srgbClr val="164194"/>
          </a:solidFill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예</a:t>
            </a:r>
            <a:r>
              <a:rPr lang="en-US" altLang="ko-KR"/>
              <a:t>) CHAPTER 3</a:t>
            </a:r>
            <a:endParaRPr lang="ko-KR" altLang="en-US"/>
          </a:p>
        </p:txBody>
      </p:sp>
      <p:sp>
        <p:nvSpPr>
          <p:cNvPr id="90" name="텍스트 개체 틀 89">
            <a:extLst>
              <a:ext uri="{FF2B5EF4-FFF2-40B4-BE49-F238E27FC236}">
                <a16:creationId xmlns:a16="http://schemas.microsoft.com/office/drawing/2014/main" id="{D2A22EB2-B2DB-5885-593C-2D56D00CD0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13706" y="1687148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예</a:t>
            </a:r>
            <a:r>
              <a:rPr lang="en-US" altLang="ko-KR"/>
              <a:t>) CHAPTER 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81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챕터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C42A9-8221-8D10-FB0B-25F1C2BE0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3532" y="2580741"/>
            <a:ext cx="10515600" cy="953324"/>
          </a:xfrm>
        </p:spPr>
        <p:txBody>
          <a:bodyPr>
            <a:normAutofit/>
          </a:bodyPr>
          <a:lstStyle>
            <a:lvl1pPr>
              <a:defRPr sz="6000" b="1" spc="-150" baseline="0">
                <a:solidFill>
                  <a:srgbClr val="164194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r>
              <a:rPr lang="en-US" altLang="ko-KR" dirty="0"/>
              <a:t>Chapter</a:t>
            </a:r>
            <a:r>
              <a:rPr lang="ko-KR" altLang="en-US" dirty="0"/>
              <a:t>제목 입력하기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4D6CE9-7EA9-1195-ED84-833DF07A577F}"/>
              </a:ext>
            </a:extLst>
          </p:cNvPr>
          <p:cNvSpPr/>
          <p:nvPr/>
        </p:nvSpPr>
        <p:spPr>
          <a:xfrm>
            <a:off x="1254182" y="1912305"/>
            <a:ext cx="1738800" cy="4320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2484A049-7072-B91B-A5F4-CBDCD3A64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4499" y="1954770"/>
            <a:ext cx="1714819" cy="371632"/>
          </a:xfr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lvl1pPr marL="0" indent="0" algn="ctr">
              <a:buNone/>
              <a:defRPr lang="ko-KR" altLang="en-US" sz="180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맑은 고딕 Semilight" panose="020B0502040204020203" pitchFamily="50" charset="-127"/>
              </a:defRPr>
            </a:lvl1pPr>
          </a:lstStyle>
          <a:p>
            <a:pPr marL="0" lvl="0" defTabSz="457200" latinLnBrk="0"/>
            <a:r>
              <a:rPr lang="en-US" altLang="ko-KR" dirty="0"/>
              <a:t>Chapter </a:t>
            </a:r>
            <a:r>
              <a:rPr lang="ko-KR" altLang="en-US" dirty="0"/>
              <a:t>넘버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3697F26-E70A-23D2-5505-9A4AA2806C4D}"/>
              </a:ext>
            </a:extLst>
          </p:cNvPr>
          <p:cNvSpPr/>
          <p:nvPr/>
        </p:nvSpPr>
        <p:spPr>
          <a:xfrm>
            <a:off x="3717043" y="775030"/>
            <a:ext cx="996862" cy="5414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맑은 고딕 Semilight" panose="020B0502040204020203" pitchFamily="50" charset="-127"/>
              </a:rPr>
              <a:t>Chapter 01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D46FA1F-192C-7DAA-0B95-AB48E3C1D1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8691" y="3498928"/>
            <a:ext cx="10147994" cy="337165"/>
          </a:xfrm>
        </p:spPr>
        <p:txBody>
          <a:bodyPr>
            <a:normAutofit/>
          </a:bodyPr>
          <a:lstStyle>
            <a:lvl1pPr marL="0" indent="0">
              <a:buNone/>
              <a:defRPr lang="ko-KR" altLang="en-US" sz="2000" b="0" kern="1200" spc="-15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9830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11121473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11039475" cy="5318892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2400" spc="0" baseline="0" smtClean="0">
                <a:solidFill>
                  <a:srgbClr val="193E94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  <a:lvl2pPr marL="457200" indent="0">
              <a:buNone/>
              <a:defRPr sz="20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2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32022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처그림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11022082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</p:spTree>
    <p:extLst>
      <p:ext uri="{BB962C8B-B14F-4D97-AF65-F5344CB8AC3E}">
        <p14:creationId xmlns:p14="http://schemas.microsoft.com/office/powerpoint/2010/main" val="423611115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소스코드 설명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8D426AB-119A-6288-F9F2-0A6044589E47}"/>
              </a:ext>
            </a:extLst>
          </p:cNvPr>
          <p:cNvSpPr/>
          <p:nvPr/>
        </p:nvSpPr>
        <p:spPr>
          <a:xfrm>
            <a:off x="7242629" y="0"/>
            <a:ext cx="4949371" cy="6858000"/>
          </a:xfrm>
          <a:prstGeom prst="rect">
            <a:avLst/>
          </a:prstGeom>
          <a:solidFill>
            <a:schemeClr val="bg2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5876925" cy="467885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1800" spc="0" baseline="0" smtClean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D0F31D6-67E9-724D-0105-592AD283EE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5700" y="981075"/>
            <a:ext cx="4400550" cy="5572125"/>
          </a:xfrm>
        </p:spPr>
        <p:txBody>
          <a:bodyPr>
            <a:normAutofit/>
          </a:bodyPr>
          <a:lstStyle>
            <a:lvl1pPr marL="0" indent="0">
              <a:buNone/>
              <a:defRPr sz="1400" spc="0">
                <a:latin typeface="나눔스퀘어OTF_ac" panose="020B0600000101010101" pitchFamily="34" charset="-127"/>
                <a:ea typeface="나눔스퀘어OTF_ac" panose="020B0600000101010101" pitchFamily="34" charset="-127"/>
                <a:cs typeface="맑은 고딕 Semilight" panose="020B0502040204020203" pitchFamily="50" charset="-127"/>
              </a:defRPr>
            </a:lvl1pPr>
          </a:lstStyle>
          <a:p>
            <a:pPr lvl="0"/>
            <a:r>
              <a:rPr lang="ko-KR" altLang="en-US" dirty="0"/>
              <a:t>소스코드 입력</a:t>
            </a:r>
          </a:p>
        </p:txBody>
      </p:sp>
    </p:spTree>
    <p:extLst>
      <p:ext uri="{BB962C8B-B14F-4D97-AF65-F5344CB8AC3E}">
        <p14:creationId xmlns:p14="http://schemas.microsoft.com/office/powerpoint/2010/main" val="25450354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소스코드 설명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제목 입력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E7843-BBAE-8631-AD80-82E497AEAB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5899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/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07FBC30-72EE-4474-91B2-A6FA1AB036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1587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/>
            </a:lvl1pPr>
          </a:lstStyle>
          <a:p>
            <a:pPr marL="0" lvl="0" algn="ctr" defTabSz="457200" latinLnBrk="0"/>
            <a:r>
              <a:rPr lang="ko-KR" altLang="en-US"/>
              <a:t>소스코드 설명</a:t>
            </a: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12147B7F-DE8A-96EC-7235-5277231C03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77274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/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</p:spTree>
    <p:extLst>
      <p:ext uri="{BB962C8B-B14F-4D97-AF65-F5344CB8AC3E}">
        <p14:creationId xmlns:p14="http://schemas.microsoft.com/office/powerpoint/2010/main" val="7323392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소스코드 설명 슬라이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제목 입력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E7843-BBAE-8631-AD80-82E497AEAB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5899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 baseline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07FBC30-72EE-4474-91B2-A6FA1AB036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1587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 baseline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12147B7F-DE8A-96EC-7235-5277231C03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77274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 baseline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AC9D14A-2578-922E-5535-FB983C0CB1EC}"/>
              </a:ext>
            </a:extLst>
          </p:cNvPr>
          <p:cNvCxnSpPr>
            <a:cxnSpLocks/>
          </p:cNvCxnSpPr>
          <p:nvPr/>
        </p:nvCxnSpPr>
        <p:spPr>
          <a:xfrm>
            <a:off x="4189098" y="1631961"/>
            <a:ext cx="0" cy="4159250"/>
          </a:xfrm>
          <a:prstGeom prst="line">
            <a:avLst/>
          </a:prstGeom>
          <a:ln>
            <a:solidFill>
              <a:srgbClr val="16419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04CA06D-D3E9-D3A7-2DBB-2258B82738A6}"/>
              </a:ext>
            </a:extLst>
          </p:cNvPr>
          <p:cNvCxnSpPr>
            <a:cxnSpLocks/>
          </p:cNvCxnSpPr>
          <p:nvPr/>
        </p:nvCxnSpPr>
        <p:spPr>
          <a:xfrm>
            <a:off x="7948298" y="1596572"/>
            <a:ext cx="0" cy="4159250"/>
          </a:xfrm>
          <a:prstGeom prst="line">
            <a:avLst/>
          </a:prstGeom>
          <a:ln>
            <a:solidFill>
              <a:srgbClr val="16419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0296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박스 설명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11039475" cy="467885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1800" spc="-130" baseline="0" smtClean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E7843-BBAE-8631-AD80-82E497AEAB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5899" y="5069386"/>
            <a:ext cx="1857375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600"/>
            </a:lvl1pPr>
          </a:lstStyle>
          <a:p>
            <a:pPr marL="0" lvl="0" algn="ctr" defTabSz="457200" latinLnBrk="0"/>
            <a:r>
              <a:rPr lang="ko-KR" altLang="en-US" dirty="0"/>
              <a:t>그림</a:t>
            </a:r>
            <a:r>
              <a:rPr lang="en-US" altLang="ko-KR" dirty="0"/>
              <a:t>,</a:t>
            </a:r>
            <a:r>
              <a:rPr lang="ko-KR" altLang="en-US" dirty="0"/>
              <a:t>박스 설명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07FBC30-72EE-4474-91B2-A6FA1AB036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1587" y="5069386"/>
            <a:ext cx="1857375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600"/>
            </a:lvl1pPr>
          </a:lstStyle>
          <a:p>
            <a:pPr marL="0" lvl="0" algn="ctr" defTabSz="457200" latinLnBrk="0"/>
            <a:r>
              <a:rPr lang="ko-KR" altLang="en-US"/>
              <a:t>그림</a:t>
            </a:r>
            <a:r>
              <a:rPr lang="en-US" altLang="ko-KR"/>
              <a:t>,</a:t>
            </a:r>
            <a:r>
              <a:rPr lang="ko-KR" altLang="en-US"/>
              <a:t>박스 설명</a:t>
            </a: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12147B7F-DE8A-96EC-7235-5277231C03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77274" y="5069386"/>
            <a:ext cx="1857375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600"/>
            </a:lvl1pPr>
          </a:lstStyle>
          <a:p>
            <a:pPr marL="0" lvl="0" algn="ctr" defTabSz="457200" latinLnBrk="0"/>
            <a:r>
              <a:rPr lang="ko-KR" altLang="en-US" dirty="0"/>
              <a:t>그림</a:t>
            </a:r>
            <a:r>
              <a:rPr lang="en-US" altLang="ko-KR" dirty="0"/>
              <a:t>,</a:t>
            </a:r>
            <a:r>
              <a:rPr lang="ko-KR" altLang="en-US" dirty="0"/>
              <a:t>박스 설명</a:t>
            </a:r>
          </a:p>
        </p:txBody>
      </p:sp>
    </p:spTree>
    <p:extLst>
      <p:ext uri="{BB962C8B-B14F-4D97-AF65-F5344CB8AC3E}">
        <p14:creationId xmlns:p14="http://schemas.microsoft.com/office/powerpoint/2010/main" val="5198870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개념어 설명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개념어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DD91DF-751E-8E5B-3D71-99B3F1B765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4" y="1181100"/>
            <a:ext cx="9039225" cy="323850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l"/>
              <a:defRPr sz="1800" b="1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lvl="0"/>
            <a:r>
              <a:rPr lang="ko-KR" altLang="en-US" dirty="0"/>
              <a:t>개념어 설명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01B9902-D8AC-998B-398C-F7B6AA8280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504950"/>
            <a:ext cx="1790700" cy="426142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6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하위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53602D0-23B5-7F4D-AC7B-8EBDD80DFA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8300" y="1938024"/>
            <a:ext cx="3657600" cy="426142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600" b="1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 err="1"/>
              <a:t>단어개념어</a:t>
            </a:r>
            <a:r>
              <a:rPr lang="ko-KR" altLang="en-US" dirty="0"/>
              <a:t> 설명</a:t>
            </a:r>
          </a:p>
        </p:txBody>
      </p:sp>
    </p:spTree>
    <p:extLst>
      <p:ext uri="{BB962C8B-B14F-4D97-AF65-F5344CB8AC3E}">
        <p14:creationId xmlns:p14="http://schemas.microsoft.com/office/powerpoint/2010/main" val="1173369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0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93B8CBB6-9287-4FC0-9C1C-F3750870A4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642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3" r:id="rId2"/>
    <p:sldLayoutId id="2147483682" r:id="rId3"/>
    <p:sldLayoutId id="2147483688" r:id="rId4"/>
    <p:sldLayoutId id="2147483683" r:id="rId5"/>
    <p:sldLayoutId id="2147483684" r:id="rId6"/>
    <p:sldLayoutId id="2147483687" r:id="rId7"/>
    <p:sldLayoutId id="2147483686" r:id="rId8"/>
    <p:sldLayoutId id="2147483685" r:id="rId9"/>
    <p:sldLayoutId id="2147483689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29F48-C6D8-8A6B-C912-C329BEDB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68BC8E-5973-A6B3-3D2F-991675046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667EC-9265-CB40-AD3F-FD83DBAAF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1E684A04-FABA-4692-8F7C-D1844A3DCD06}" type="datetimeFigureOut">
              <a:rPr lang="ko-KR" altLang="en-US" smtClean="0"/>
              <a:pPr/>
              <a:t>2026-09-06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B4D87-1DE8-604B-811E-B6FC02E0A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A1CC3-7C88-DC8E-AF53-05268FA9C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D98A0D32-2532-405D-BAAD-13034C02351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0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uoio8090/15d7efe4e47c61cfecc4c22cf08654a6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mincoding.co.kr/public/upload/ddyljfozcj.zip" TargetMode="External"/><Relationship Id="rId7" Type="http://schemas.openxmlformats.org/officeDocument/2006/relationships/image" Target="../media/image37.png"/><Relationship Id="rId2" Type="http://schemas.openxmlformats.org/officeDocument/2006/relationships/hyperlink" Target="https://pro.mincoding.co.kr/public/upload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hyperlink" Target="https://pro.mincoding.co.kr/public/upload/nmgt3qwxrd.zip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org&amp;utm_campaign=index&amp;utm_content=origi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hmg.atlassian.net/servicedesk/customer/portal/1304" TargetMode="Externa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EB62-562D-D0E6-0391-A5FFA11D0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22471C7-59D1-6E4A-8833-C9171D52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82619"/>
            <a:ext cx="12192000" cy="2373746"/>
          </a:xfrm>
        </p:spPr>
        <p:txBody>
          <a:bodyPr>
            <a:noAutofit/>
          </a:bodyPr>
          <a:lstStyle/>
          <a:p>
            <a:r>
              <a:rPr lang="en-US" altLang="ko-KR" sz="4000" dirty="0">
                <a:solidFill>
                  <a:schemeClr val="accent6"/>
                </a:solidFill>
              </a:rPr>
              <a:t>Module 4.</a:t>
            </a:r>
            <a:br>
              <a:rPr lang="en-US" altLang="ko-KR" sz="4000" dirty="0"/>
            </a:br>
            <a:r>
              <a:rPr lang="ko-KR" altLang="en-US" sz="4000" dirty="0"/>
              <a:t>개인</a:t>
            </a:r>
            <a:r>
              <a:rPr lang="en-US" altLang="ko-KR" sz="4000" dirty="0"/>
              <a:t> </a:t>
            </a:r>
            <a:r>
              <a:rPr lang="ko-KR" altLang="en-US" sz="4000" dirty="0"/>
              <a:t>업무에서 나아가 조직 업무 혁신으로</a:t>
            </a:r>
            <a:br>
              <a:rPr lang="en-US" altLang="ko-KR" sz="4000" dirty="0"/>
            </a:br>
            <a:r>
              <a:rPr lang="ko-KR" altLang="en-US" sz="4000" dirty="0"/>
              <a:t>업무 파이프라인 설계 </a:t>
            </a:r>
          </a:p>
        </p:txBody>
      </p:sp>
    </p:spTree>
    <p:extLst>
      <p:ext uri="{BB962C8B-B14F-4D97-AF65-F5344CB8AC3E}">
        <p14:creationId xmlns:p14="http://schemas.microsoft.com/office/powerpoint/2010/main" val="126551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5A8402-B5E7-347A-502E-0676A6AE65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13706" y="691012"/>
            <a:ext cx="1450800" cy="320400"/>
          </a:xfrm>
        </p:spPr>
        <p:txBody>
          <a:bodyPr anchor="ctr"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CHAPTER</a:t>
            </a: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6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</a:t>
            </a:r>
            <a:endParaRPr kumimoji="0" lang="ko-KR" altLang="en-US" sz="14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C8A1D3-9BFC-BDA4-DF75-F4C3423160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13706" y="3049956"/>
            <a:ext cx="1450800" cy="320400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CHAPTER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5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D5EDC48-EE17-C74B-FDE4-D11C661F5F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13706" y="2460220"/>
            <a:ext cx="1450800" cy="320400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CHAPTER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4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58EC246-363D-7420-A83E-E48BB4A534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8106" y="700537"/>
            <a:ext cx="7160419" cy="320400"/>
          </a:xfrm>
        </p:spPr>
        <p:txBody>
          <a:bodyPr>
            <a:normAutofit lnSpcReduction="10000"/>
          </a:bodyPr>
          <a:lstStyle/>
          <a:p>
            <a:r>
              <a:rPr lang="ko-KR" altLang="en-US" sz="1800" dirty="0"/>
              <a:t>실습 준비물 제작 (예산품의서)</a:t>
            </a:r>
            <a:endParaRPr lang="en-US" altLang="ko-KR" b="1" dirty="0">
              <a:ln>
                <a:solidFill>
                  <a:srgbClr val="6C93C6">
                    <a:alpha val="0"/>
                  </a:srgbClr>
                </a:solidFill>
              </a:ln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B806C93-778B-0112-B8CB-78A2FFB91B6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98106" y="1288912"/>
            <a:ext cx="7160419" cy="320400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Claude API </a:t>
            </a:r>
            <a:r>
              <a:rPr lang="ko-KR" altLang="en-US" dirty="0"/>
              <a:t>테스트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BF9D7395-214D-41B2-3657-11D8ED4164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8106" y="1877287"/>
            <a:ext cx="7160400" cy="320400"/>
          </a:xfrm>
        </p:spPr>
        <p:txBody>
          <a:bodyPr/>
          <a:lstStyle/>
          <a:p>
            <a:r>
              <a:rPr lang="ko-KR" altLang="en-US" dirty="0"/>
              <a:t>실전! 예산품의서 분석 대시보드 개발 준비하기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CF29D29-352B-57EF-FE8C-C156D170AB9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98106" y="2465662"/>
            <a:ext cx="7160400" cy="320400"/>
          </a:xfrm>
        </p:spPr>
        <p:txBody>
          <a:bodyPr/>
          <a:lstStyle/>
          <a:p>
            <a:r>
              <a:rPr lang="ko-KR" altLang="en-US" dirty="0"/>
              <a:t>기획서 작성하기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A7B5262-3ED5-46B8-5A06-BFD463516A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898106" y="3054037"/>
            <a:ext cx="7160400" cy="320400"/>
          </a:xfrm>
        </p:spPr>
        <p:txBody>
          <a:bodyPr/>
          <a:lstStyle/>
          <a:p>
            <a:r>
              <a:rPr lang="ko-KR" altLang="en-US" dirty="0"/>
              <a:t>세부 </a:t>
            </a:r>
            <a:r>
              <a:rPr lang="en-US" altLang="ko-KR" dirty="0"/>
              <a:t>Specification </a:t>
            </a:r>
            <a:r>
              <a:rPr lang="ko-KR" altLang="en-US" dirty="0"/>
              <a:t>생성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347302AD-72F5-8E5C-8738-E76F5BE5295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313706" y="1877287"/>
            <a:ext cx="1450800" cy="3204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CHAPTER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17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3</a:t>
            </a:r>
            <a:endParaRPr kumimoji="0" lang="ko-KR" altLang="en-US" sz="8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7195B975-4130-D0A7-7D82-BC236B7C46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313706" y="1280748"/>
            <a:ext cx="1450800" cy="320400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CHAPTER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0B63C471-61FB-53F6-BED9-04F11CBF04AE}"/>
              </a:ext>
            </a:extLst>
          </p:cNvPr>
          <p:cNvSpPr txBox="1">
            <a:spLocks/>
          </p:cNvSpPr>
          <p:nvPr/>
        </p:nvSpPr>
        <p:spPr>
          <a:xfrm>
            <a:off x="2313706" y="3634250"/>
            <a:ext cx="1450800" cy="320400"/>
          </a:xfrm>
          <a:prstGeom prst="rect">
            <a:avLst/>
          </a:prstGeom>
          <a:solidFill>
            <a:srgbClr val="164194"/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sz="12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4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6</a:t>
            </a:r>
            <a:endParaRPr lang="en-US" altLang="ko-KR" sz="1200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57DA325C-39F2-2318-44AB-4D8A771CA52D}"/>
              </a:ext>
            </a:extLst>
          </p:cNvPr>
          <p:cNvSpPr txBox="1">
            <a:spLocks/>
          </p:cNvSpPr>
          <p:nvPr/>
        </p:nvSpPr>
        <p:spPr>
          <a:xfrm>
            <a:off x="3898106" y="3638331"/>
            <a:ext cx="7160400" cy="32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개발 단계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Phase 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수립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C3FBCA23-7025-69C9-41EA-23B45F5A1FA0}"/>
              </a:ext>
            </a:extLst>
          </p:cNvPr>
          <p:cNvSpPr txBox="1">
            <a:spLocks/>
          </p:cNvSpPr>
          <p:nvPr/>
        </p:nvSpPr>
        <p:spPr>
          <a:xfrm>
            <a:off x="2313706" y="4218544"/>
            <a:ext cx="1450800" cy="320400"/>
          </a:xfrm>
          <a:prstGeom prst="rect">
            <a:avLst/>
          </a:prstGeom>
          <a:solidFill>
            <a:srgbClr val="164194"/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sz="12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4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7</a:t>
            </a:r>
            <a:endParaRPr lang="en-US" altLang="ko-KR" sz="1200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580CF7A5-9023-8169-634A-5F8A47880537}"/>
              </a:ext>
            </a:extLst>
          </p:cNvPr>
          <p:cNvSpPr txBox="1">
            <a:spLocks/>
          </p:cNvSpPr>
          <p:nvPr/>
        </p:nvSpPr>
        <p:spPr>
          <a:xfrm>
            <a:off x="3898106" y="4222625"/>
            <a:ext cx="7160400" cy="32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개발 시작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! (Phase 1 ~ 4)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711E17D7-97B0-0BE9-4711-ACF0D7C3748D}"/>
              </a:ext>
            </a:extLst>
          </p:cNvPr>
          <p:cNvSpPr txBox="1">
            <a:spLocks/>
          </p:cNvSpPr>
          <p:nvPr/>
        </p:nvSpPr>
        <p:spPr>
          <a:xfrm>
            <a:off x="2313706" y="4844970"/>
            <a:ext cx="1450800" cy="320400"/>
          </a:xfrm>
          <a:prstGeom prst="rect">
            <a:avLst/>
          </a:prstGeom>
          <a:solidFill>
            <a:srgbClr val="164194"/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sz="12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4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8</a:t>
            </a:r>
            <a:endParaRPr lang="en-US" altLang="ko-KR" sz="1200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4" name="텍스트 개체 틀 15">
            <a:extLst>
              <a:ext uri="{FF2B5EF4-FFF2-40B4-BE49-F238E27FC236}">
                <a16:creationId xmlns:a16="http://schemas.microsoft.com/office/drawing/2014/main" id="{9CECC3B3-F215-2904-FFFC-A70028D8C032}"/>
              </a:ext>
            </a:extLst>
          </p:cNvPr>
          <p:cNvSpPr txBox="1">
            <a:spLocks/>
          </p:cNvSpPr>
          <p:nvPr/>
        </p:nvSpPr>
        <p:spPr>
          <a:xfrm>
            <a:off x="3898106" y="4849051"/>
            <a:ext cx="7160400" cy="32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배포를 위한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Electric Framework 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소개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3DA3DA60-7428-20EA-B4B2-DA4B50AE700C}"/>
              </a:ext>
            </a:extLst>
          </p:cNvPr>
          <p:cNvSpPr txBox="1">
            <a:spLocks/>
          </p:cNvSpPr>
          <p:nvPr/>
        </p:nvSpPr>
        <p:spPr>
          <a:xfrm>
            <a:off x="2313706" y="5429264"/>
            <a:ext cx="1450800" cy="320400"/>
          </a:xfrm>
          <a:prstGeom prst="rect">
            <a:avLst/>
          </a:prstGeom>
          <a:solidFill>
            <a:srgbClr val="164194"/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sz="12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4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9</a:t>
            </a:r>
            <a:endParaRPr lang="en-US" altLang="ko-KR" sz="1200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4217C3FF-0E9D-C4F0-541D-A3750C9B503C}"/>
              </a:ext>
            </a:extLst>
          </p:cNvPr>
          <p:cNvSpPr txBox="1">
            <a:spLocks/>
          </p:cNvSpPr>
          <p:nvPr/>
        </p:nvSpPr>
        <p:spPr>
          <a:xfrm>
            <a:off x="3898106" y="5433345"/>
            <a:ext cx="7160400" cy="32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Desktop App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으로 배포해보기</a:t>
            </a: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6D4A977E-F01D-67E6-42C4-D461B2EBE59F}"/>
              </a:ext>
            </a:extLst>
          </p:cNvPr>
          <p:cNvSpPr txBox="1">
            <a:spLocks/>
          </p:cNvSpPr>
          <p:nvPr/>
        </p:nvSpPr>
        <p:spPr>
          <a:xfrm>
            <a:off x="2313706" y="6009477"/>
            <a:ext cx="1450800" cy="320400"/>
          </a:xfrm>
          <a:prstGeom prst="rect">
            <a:avLst/>
          </a:prstGeom>
          <a:solidFill>
            <a:srgbClr val="164194"/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sz="12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4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10</a:t>
            </a:r>
            <a:endParaRPr lang="en-US" altLang="ko-KR" sz="1200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1" name="텍스트 개체 틀 15">
            <a:extLst>
              <a:ext uri="{FF2B5EF4-FFF2-40B4-BE49-F238E27FC236}">
                <a16:creationId xmlns:a16="http://schemas.microsoft.com/office/drawing/2014/main" id="{15669687-C736-377C-311F-450917D30C09}"/>
              </a:ext>
            </a:extLst>
          </p:cNvPr>
          <p:cNvSpPr txBox="1">
            <a:spLocks/>
          </p:cNvSpPr>
          <p:nvPr/>
        </p:nvSpPr>
        <p:spPr>
          <a:xfrm>
            <a:off x="3898106" y="6013558"/>
            <a:ext cx="7160400" cy="32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현대자동차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– 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사내 배포 가이드</a:t>
            </a:r>
          </a:p>
        </p:txBody>
      </p:sp>
    </p:spTree>
    <p:extLst>
      <p:ext uri="{BB962C8B-B14F-4D97-AF65-F5344CB8AC3E}">
        <p14:creationId xmlns:p14="http://schemas.microsoft.com/office/powerpoint/2010/main" val="150616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8087-2A0E-2D86-AE21-5A308E96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9500EB-F80B-7E15-86F0-DA4F5ADC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실습 준비물 제작 (예산품의서)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393CC3-4B78-A0C6-4A3C-B19452A98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01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E6C53-1105-0945-F2AC-7BDABB9E0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바이브코딩 기반 </a:t>
            </a:r>
            <a:r>
              <a:rPr lang="en-US" altLang="ko-KR"/>
              <a:t>Web App </a:t>
            </a:r>
            <a:r>
              <a:rPr lang="ko-KR" altLang="en-US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413816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771F02E-41F6-BEF1-4E32-DB97DCF9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API </a:t>
            </a:r>
            <a:r>
              <a:rPr lang="ko-KR" altLang="en-US" dirty="0"/>
              <a:t>테스트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38071D1-680F-9AE3-1C04-9BD35F90ED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02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467A47-1C59-0865-181B-436FBFE05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315355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7CB4A-E42D-3DD7-8DA8-B6C20932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기능이 있는 </a:t>
            </a:r>
            <a:r>
              <a:rPr lang="en-US" altLang="ko-KR" dirty="0"/>
              <a:t>App</a:t>
            </a:r>
            <a:r>
              <a:rPr lang="ko-KR" altLang="en-US" dirty="0"/>
              <a:t>과 없는 </a:t>
            </a:r>
            <a:r>
              <a:rPr lang="en-US" altLang="ko-KR" dirty="0"/>
              <a:t>App </a:t>
            </a:r>
            <a:r>
              <a:rPr lang="ko-KR" altLang="en-US" dirty="0"/>
              <a:t>차이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A6709A-93BB-8AF0-02DE-96AE3F7846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350352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App</a:t>
            </a:r>
            <a:r>
              <a:rPr lang="ko-KR" altLang="en-US" dirty="0"/>
              <a:t>에 </a:t>
            </a:r>
            <a:r>
              <a:rPr lang="en-US" altLang="ko-KR" dirty="0"/>
              <a:t>AI </a:t>
            </a:r>
            <a:r>
              <a:rPr lang="ko-KR" altLang="en-US" dirty="0"/>
              <a:t>기능이 없는 경우 예시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테트리스</a:t>
            </a:r>
            <a:r>
              <a:rPr lang="ko-KR" altLang="en-US" dirty="0"/>
              <a:t> 게임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/>
              <a:t>이력서 </a:t>
            </a:r>
            <a:r>
              <a:rPr lang="en-US" altLang="ko-KR"/>
              <a:t>PDF</a:t>
            </a:r>
            <a:r>
              <a:rPr lang="ko-KR" altLang="en-US"/>
              <a:t>를 </a:t>
            </a:r>
            <a:r>
              <a:rPr lang="en-US" altLang="ko-KR"/>
              <a:t>Text </a:t>
            </a:r>
            <a:r>
              <a:rPr lang="ko-KR" altLang="en-US"/>
              <a:t>파일로 변환하기</a:t>
            </a:r>
            <a:endParaRPr lang="en-US" altLang="ko-KR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>
                <a:solidFill>
                  <a:srgbClr val="FF0000"/>
                </a:solidFill>
              </a:rPr>
              <a:t>정형화된 표 데이터를 </a:t>
            </a:r>
            <a:r>
              <a:rPr lang="en-US" altLang="ko-KR" b="1">
                <a:solidFill>
                  <a:srgbClr val="FF0000"/>
                </a:solidFill>
              </a:rPr>
              <a:t>Chart</a:t>
            </a:r>
            <a:r>
              <a:rPr lang="ko-KR" altLang="en-US" b="1">
                <a:solidFill>
                  <a:srgbClr val="FF0000"/>
                </a:solidFill>
              </a:rPr>
              <a:t>로 만들어주는 앱</a:t>
            </a:r>
            <a:endParaRPr lang="en-US" altLang="ko-KR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</a:t>
            </a:r>
            <a:r>
              <a:rPr lang="ko-KR" altLang="en-US" dirty="0"/>
              <a:t>에 </a:t>
            </a:r>
            <a:r>
              <a:rPr lang="en-US" altLang="ko-KR" dirty="0"/>
              <a:t>AI </a:t>
            </a:r>
            <a:r>
              <a:rPr lang="ko-KR" altLang="en-US" dirty="0"/>
              <a:t>기능이 있는 경우 예시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AI</a:t>
            </a:r>
            <a:r>
              <a:rPr lang="ko-KR" altLang="en-US" dirty="0"/>
              <a:t>와 대결하는 </a:t>
            </a:r>
            <a:r>
              <a:rPr lang="ko-KR" altLang="en-US" dirty="0" err="1"/>
              <a:t>테트리스</a:t>
            </a:r>
            <a:r>
              <a:rPr lang="ko-KR" altLang="en-US" dirty="0"/>
              <a:t> 게임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/>
              <a:t>이력서 </a:t>
            </a:r>
            <a:r>
              <a:rPr lang="en-US" altLang="ko-KR"/>
              <a:t>PDF</a:t>
            </a:r>
            <a:r>
              <a:rPr lang="ko-KR" altLang="en-US"/>
              <a:t>파일을 </a:t>
            </a:r>
            <a:r>
              <a:rPr lang="en-US" altLang="ko-KR"/>
              <a:t>AI</a:t>
            </a:r>
            <a:r>
              <a:rPr lang="ko-KR" altLang="en-US"/>
              <a:t>가 먼저 읽어보고 등급 평가하기</a:t>
            </a:r>
            <a:endParaRPr lang="en-US" altLang="ko-KR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>
                <a:solidFill>
                  <a:srgbClr val="FF0000"/>
                </a:solidFill>
              </a:rPr>
              <a:t>처음보는 표 데이터를 </a:t>
            </a:r>
            <a:r>
              <a:rPr lang="en-US" altLang="ko-KR" b="1">
                <a:solidFill>
                  <a:srgbClr val="FF0000"/>
                </a:solidFill>
              </a:rPr>
              <a:t>AI</a:t>
            </a:r>
            <a:r>
              <a:rPr lang="ko-KR" altLang="en-US" b="1">
                <a:solidFill>
                  <a:srgbClr val="FF0000"/>
                </a:solidFill>
              </a:rPr>
              <a:t>가 이해하고</a:t>
            </a:r>
            <a:r>
              <a:rPr lang="en-US" altLang="ko-KR" b="1">
                <a:solidFill>
                  <a:srgbClr val="FF0000"/>
                </a:solidFill>
              </a:rPr>
              <a:t>, </a:t>
            </a:r>
            <a:r>
              <a:rPr lang="ko-KR" altLang="en-US" b="1">
                <a:solidFill>
                  <a:srgbClr val="FF0000"/>
                </a:solidFill>
              </a:rPr>
              <a:t>어울리는 </a:t>
            </a:r>
            <a:r>
              <a:rPr lang="en-US" altLang="ko-KR" b="1">
                <a:solidFill>
                  <a:srgbClr val="FF0000"/>
                </a:solidFill>
              </a:rPr>
              <a:t>Chart</a:t>
            </a:r>
            <a:r>
              <a:rPr lang="ko-KR" altLang="en-US" b="1">
                <a:solidFill>
                  <a:srgbClr val="FF0000"/>
                </a:solidFill>
              </a:rPr>
              <a:t>로 만들어주는 앱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FE0E33D3-F329-684C-C031-61AAA81CA165}"/>
              </a:ext>
            </a:extLst>
          </p:cNvPr>
          <p:cNvSpPr/>
          <p:nvPr/>
        </p:nvSpPr>
        <p:spPr>
          <a:xfrm rot="1800000" flipH="1">
            <a:off x="9180190" y="4476273"/>
            <a:ext cx="660272" cy="61147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63A34-46F8-1BBE-6766-A26EF7DF0137}"/>
              </a:ext>
            </a:extLst>
          </p:cNvPr>
          <p:cNvSpPr txBox="1"/>
          <p:nvPr/>
        </p:nvSpPr>
        <p:spPr>
          <a:xfrm>
            <a:off x="9347996" y="5076427"/>
            <a:ext cx="183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이번 실습에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적용할 내용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61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4DFFE-7E79-35B3-1CBF-2338248D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목표로 하는 </a:t>
            </a:r>
            <a:r>
              <a:rPr lang="en-US" altLang="ko-KR" dirty="0"/>
              <a:t>App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59A519-0DCA-5B23-33B7-AD350DCDAE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9777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웹페이지 기반 </a:t>
            </a:r>
            <a:r>
              <a:rPr lang="en-US" altLang="ko-KR" dirty="0"/>
              <a:t>Web App </a:t>
            </a:r>
            <a:r>
              <a:rPr lang="ko-KR" altLang="en-US" dirty="0"/>
              <a:t>제작을 목표로 하는데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단순한 </a:t>
            </a:r>
            <a:r>
              <a:rPr lang="en-US" altLang="ko-KR" dirty="0"/>
              <a:t>App</a:t>
            </a:r>
            <a:r>
              <a:rPr lang="ko-KR" altLang="en-US" dirty="0"/>
              <a:t>이 아닌 </a:t>
            </a:r>
            <a:r>
              <a:rPr lang="en-US" altLang="ko-KR" dirty="0"/>
              <a:t>AI App</a:t>
            </a:r>
            <a:r>
              <a:rPr lang="ko-KR" altLang="en-US" dirty="0"/>
              <a:t> 개발을 희망한다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목표</a:t>
            </a:r>
            <a:endParaRPr lang="en-US" altLang="ko-KR" b="1" dirty="0"/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예산품의서들을 수집 받아 AI가 분석하고,</a:t>
            </a:r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멋진 </a:t>
            </a:r>
            <a:r>
              <a:rPr lang="en-US" altLang="ko-KR" dirty="0">
                <a:solidFill>
                  <a:srgbClr val="FF0000"/>
                </a:solidFill>
              </a:rPr>
              <a:t>Dashboard</a:t>
            </a:r>
            <a:r>
              <a:rPr lang="ko-KR" altLang="en-US" dirty="0">
                <a:solidFill>
                  <a:srgbClr val="FF0000"/>
                </a:solidFill>
              </a:rPr>
              <a:t>가 나오고</a:t>
            </a:r>
            <a:endParaRPr lang="en-US" altLang="ko-KR" dirty="0">
              <a:solidFill>
                <a:srgbClr val="FF0000"/>
              </a:solidFill>
            </a:endParaRPr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예산 집행에 대해 AI와 대화할 수 있는 App</a:t>
            </a:r>
          </a:p>
        </p:txBody>
      </p:sp>
    </p:spTree>
    <p:extLst>
      <p:ext uri="{BB962C8B-B14F-4D97-AF65-F5344CB8AC3E}">
        <p14:creationId xmlns:p14="http://schemas.microsoft.com/office/powerpoint/2010/main" val="203140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E485C-412E-D2EF-CC06-0C469A48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App</a:t>
            </a:r>
            <a:r>
              <a:rPr lang="ko-KR" altLang="en-US" dirty="0"/>
              <a:t>을 만들기 위해서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7BACC7-2F48-F142-8576-FB3EA68583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381642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AI App</a:t>
            </a:r>
            <a:r>
              <a:rPr lang="ko-KR" altLang="en-US" dirty="0"/>
              <a:t>을 만들기 위해서 필요한 것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 Claude API </a:t>
            </a:r>
            <a:r>
              <a:rPr lang="ko-KR" altLang="en-US" dirty="0"/>
              <a:t>가 필요하다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Claude Code</a:t>
            </a:r>
          </a:p>
          <a:p>
            <a:pPr lvl="1">
              <a:buFontTx/>
              <a:buChar char="-"/>
            </a:pPr>
            <a:r>
              <a:rPr lang="en-US" altLang="ko-KR" dirty="0"/>
              <a:t> AI </a:t>
            </a:r>
            <a:r>
              <a:rPr lang="ko-KR" altLang="en-US" dirty="0"/>
              <a:t>모델인 </a:t>
            </a:r>
            <a:r>
              <a:rPr lang="en-US" altLang="ko-KR" dirty="0"/>
              <a:t>Sonnet </a:t>
            </a:r>
            <a:r>
              <a:rPr lang="ko-KR" altLang="en-US" dirty="0"/>
              <a:t>등을 이용하여 </a:t>
            </a:r>
            <a:r>
              <a:rPr lang="en-US" altLang="ko-KR" dirty="0"/>
              <a:t>Code</a:t>
            </a:r>
            <a:r>
              <a:rPr lang="ko-KR" altLang="en-US" dirty="0"/>
              <a:t>를 생성해주는 </a:t>
            </a:r>
            <a:r>
              <a:rPr lang="en-US" altLang="ko-KR" dirty="0"/>
              <a:t>AI Agent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buFontTx/>
              <a:buChar char="-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Claude API</a:t>
            </a:r>
          </a:p>
          <a:p>
            <a:pPr marL="800100" lvl="1" indent="-342900">
              <a:buFontTx/>
              <a:buChar char="-"/>
            </a:pPr>
            <a:r>
              <a:rPr lang="en-US" altLang="ko-KR" dirty="0"/>
              <a:t>AI </a:t>
            </a:r>
            <a:r>
              <a:rPr lang="ko-KR" altLang="en-US" dirty="0"/>
              <a:t>모델인 </a:t>
            </a:r>
            <a:r>
              <a:rPr lang="en-US" altLang="ko-KR" dirty="0"/>
              <a:t>Sonnet</a:t>
            </a:r>
            <a:r>
              <a:rPr lang="ko-KR" altLang="en-US" dirty="0"/>
              <a:t>을 사용할 수 있게 만들어진 </a:t>
            </a:r>
            <a:r>
              <a:rPr lang="ko-KR" altLang="en-US" dirty="0">
                <a:solidFill>
                  <a:srgbClr val="FF0000"/>
                </a:solidFill>
              </a:rPr>
              <a:t>명령어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1" indent="-342900">
              <a:buFontTx/>
              <a:buChar char="-"/>
            </a:pPr>
            <a:r>
              <a:rPr lang="ko-KR" altLang="en-US" dirty="0"/>
              <a:t>이 명령어를 사용하려면 </a:t>
            </a:r>
            <a:r>
              <a:rPr lang="en-US" altLang="ko-KR" dirty="0"/>
              <a:t>KEY</a:t>
            </a:r>
            <a:r>
              <a:rPr lang="ko-KR" altLang="en-US" dirty="0"/>
              <a:t>가 필요하다</a:t>
            </a:r>
            <a:r>
              <a:rPr lang="en-US" altLang="ko-KR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0DA4B2-FB00-6E00-0861-0E3FC92174B2}"/>
              </a:ext>
            </a:extLst>
          </p:cNvPr>
          <p:cNvSpPr/>
          <p:nvPr/>
        </p:nvSpPr>
        <p:spPr>
          <a:xfrm>
            <a:off x="3388659" y="5217459"/>
            <a:ext cx="5916706" cy="9412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KEY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발급받아서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메모장에 복사 붙여넣기 해주세요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31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16C9F-F81A-328F-54A8-B6579C9AF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Claude API </a:t>
            </a:r>
            <a:r>
              <a:rPr lang="ko-KR" altLang="en-US" dirty="0"/>
              <a:t>키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3963BF-8276-9D58-A3AC-2D547DC45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개인 </a:t>
            </a:r>
            <a:r>
              <a:rPr lang="en-US" altLang="ko-KR" dirty="0"/>
              <a:t>API </a:t>
            </a:r>
            <a:r>
              <a:rPr lang="ko-KR" altLang="en-US" dirty="0"/>
              <a:t>키 준비</a:t>
            </a:r>
            <a:endParaRPr lang="en-US" altLang="ko-KR" dirty="0"/>
          </a:p>
          <a:p>
            <a:pPr lvl="1"/>
            <a:r>
              <a:rPr lang="en-US" altLang="ko-KR" dirty="0"/>
              <a:t>API</a:t>
            </a:r>
            <a:r>
              <a:rPr lang="ko-KR" altLang="en-US" dirty="0"/>
              <a:t>키는 </a:t>
            </a:r>
            <a:r>
              <a:rPr lang="en-US" altLang="ko-KR" dirty="0"/>
              <a:t>ID / Password </a:t>
            </a:r>
            <a:r>
              <a:rPr lang="ko-KR" altLang="en-US" dirty="0"/>
              <a:t>역할을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KEY</a:t>
            </a:r>
            <a:r>
              <a:rPr lang="ko-KR" altLang="en-US" b="1" dirty="0">
                <a:solidFill>
                  <a:srgbClr val="FF0000"/>
                </a:solidFill>
              </a:rPr>
              <a:t>는 창을 닫으면 다시 확인할 수 없으니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메모장에 적어주세요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B54957-ABA7-3A24-E541-23FE12B10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537012"/>
            <a:ext cx="7173941" cy="3493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3D4F87-AC7D-11CF-67D9-769ED08BD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38" y="2425742"/>
            <a:ext cx="3317310" cy="270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E23F8E-286E-AB07-5E63-37007FC0A7FA}"/>
              </a:ext>
            </a:extLst>
          </p:cNvPr>
          <p:cNvSpPr txBox="1"/>
          <p:nvPr/>
        </p:nvSpPr>
        <p:spPr>
          <a:xfrm>
            <a:off x="8740588" y="5218802"/>
            <a:ext cx="2788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OTP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인증화면이 뜨면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인증 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App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설치 후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인증코드를 </a:t>
            </a:r>
            <a:r>
              <a:rPr lang="ko-KR" altLang="en-US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입력해야한다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가이드 페이지 참조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828D42-03E8-3B35-94E1-720225FD659F}"/>
              </a:ext>
            </a:extLst>
          </p:cNvPr>
          <p:cNvSpPr/>
          <p:nvPr/>
        </p:nvSpPr>
        <p:spPr>
          <a:xfrm>
            <a:off x="9771529" y="499118"/>
            <a:ext cx="2124635" cy="663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사내 노트북 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보안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31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6C162-95E5-9A1C-8A9D-EE43972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프로젝트를 하기 전에 테스트 </a:t>
            </a:r>
            <a:r>
              <a:rPr lang="ko-KR" altLang="en-US" dirty="0" err="1"/>
              <a:t>부터</a:t>
            </a:r>
            <a:r>
              <a:rPr lang="ko-KR" altLang="en-US" dirty="0"/>
              <a:t> 해보기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3E70D3-443E-1345-4DEF-B1DE35E818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512448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본격적으로 프로젝트를 만들기 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기술 검증부터 해야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685800" lvl="1" indent="-457200">
              <a:buAutoNum type="arabicPeriod"/>
            </a:pPr>
            <a:r>
              <a:rPr lang="en-US" altLang="ko-KR" dirty="0"/>
              <a:t>(</a:t>
            </a:r>
            <a:r>
              <a:rPr lang="ko-KR" altLang="en-US" dirty="0"/>
              <a:t>웹페이지 기반</a:t>
            </a:r>
            <a:r>
              <a:rPr lang="en-US" altLang="ko-KR" dirty="0"/>
              <a:t>) Web App </a:t>
            </a:r>
            <a:r>
              <a:rPr lang="ko-KR" altLang="en-US" dirty="0"/>
              <a:t>만들어보기</a:t>
            </a:r>
            <a:endParaRPr lang="en-US" altLang="ko-KR" dirty="0"/>
          </a:p>
          <a:p>
            <a:pPr marL="685800" lvl="1" indent="-457200">
              <a:buAutoNum type="arabicPeriod"/>
            </a:pPr>
            <a:r>
              <a:rPr lang="en-US" altLang="ko-KR" dirty="0"/>
              <a:t>Claude API </a:t>
            </a:r>
            <a:r>
              <a:rPr lang="ko-KR" altLang="en-US" dirty="0"/>
              <a:t>로 </a:t>
            </a:r>
            <a:r>
              <a:rPr lang="en-US" altLang="ko-KR" dirty="0"/>
              <a:t>AI</a:t>
            </a:r>
            <a:r>
              <a:rPr lang="ko-KR" altLang="en-US" dirty="0"/>
              <a:t>와 대화해보기</a:t>
            </a: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 두가지 프로그램을 만들 수 있다면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ko-KR" altLang="en-US" dirty="0"/>
              <a:t>더 규모가 큰 프로젝트를 진행할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이렇게 익숙하지 않은 기술에 대해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데모를 만들어보는 것을 기술검증이라고 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443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4857-EEFF-6FEB-2801-99D6C734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DA453-C41F-915E-96CC-71B83D86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제작할 </a:t>
            </a:r>
            <a:r>
              <a:rPr lang="en-US" altLang="ko-KR" dirty="0"/>
              <a:t>SW </a:t>
            </a:r>
            <a:r>
              <a:rPr lang="ko-KR" altLang="en-US" dirty="0"/>
              <a:t>예시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7AE8F9-8260-E615-8000-062ACBBFDD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95438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AI</a:t>
            </a:r>
            <a:r>
              <a:rPr lang="ko-KR" altLang="en-US" dirty="0"/>
              <a:t>를 사용할 수 있는 </a:t>
            </a:r>
            <a:r>
              <a:rPr lang="ko-KR" altLang="en-US" dirty="0" err="1"/>
              <a:t>비밀키인</a:t>
            </a:r>
            <a:r>
              <a:rPr lang="ko-KR" altLang="en-US" dirty="0"/>
              <a:t> </a:t>
            </a:r>
            <a:r>
              <a:rPr lang="en-US" altLang="ko-KR" dirty="0"/>
              <a:t>API Key</a:t>
            </a:r>
            <a:r>
              <a:rPr lang="ko-KR" altLang="en-US" dirty="0"/>
              <a:t>를 사용자가 직접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동작 테스트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AI</a:t>
            </a:r>
            <a:r>
              <a:rPr lang="ko-KR" altLang="en-US" dirty="0"/>
              <a:t>와 채팅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동작여부 확인</a:t>
            </a:r>
          </a:p>
        </p:txBody>
      </p:sp>
      <p:pic>
        <p:nvPicPr>
          <p:cNvPr id="4" name="claude_api_poc_v1 (540p)">
            <a:hlinkClick r:id="" action="ppaction://media"/>
            <a:extLst>
              <a:ext uri="{FF2B5EF4-FFF2-40B4-BE49-F238E27FC236}">
                <a16:creationId xmlns:a16="http://schemas.microsoft.com/office/drawing/2014/main" id="{F78F7583-8002-01DC-2273-524822E367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75643" y="1779640"/>
            <a:ext cx="4350976" cy="45604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363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90549-2F8C-B788-8D2F-E22148FC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AD7E9-33FF-6265-E1DE-DF47A7F5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기술검증을 하기 위한 프로젝트 폴더 생성 후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130C97-7C72-7805-9F18-E41084C84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프로젝트 폴더를 하나 생성 후</a:t>
            </a:r>
            <a:r>
              <a:rPr lang="en-US" altLang="ko-KR" dirty="0"/>
              <a:t>, Claude</a:t>
            </a:r>
            <a:r>
              <a:rPr lang="ko-KR" altLang="en-US" dirty="0"/>
              <a:t>를 실행한다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c:\work\dashboard </a:t>
            </a:r>
            <a:r>
              <a:rPr lang="ko-KR" altLang="en-US" dirty="0"/>
              <a:t>폴더 생성 후</a:t>
            </a:r>
            <a:r>
              <a:rPr lang="en-US" altLang="ko-KR" dirty="0"/>
              <a:t>, </a:t>
            </a:r>
            <a:r>
              <a:rPr lang="en-US" altLang="ko-KR" dirty="0" err="1"/>
              <a:t>claude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D0BB6-905F-B907-AF97-1ABF3F0EDFA7}"/>
              </a:ext>
            </a:extLst>
          </p:cNvPr>
          <p:cNvSpPr txBox="1"/>
          <p:nvPr/>
        </p:nvSpPr>
        <p:spPr>
          <a:xfrm>
            <a:off x="4774187" y="5013117"/>
            <a:ext cx="242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cd C:\work\dashboard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9B23E8-5DCB-7998-7D7E-1A810D40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" t="4582"/>
          <a:stretch>
            <a:fillRect/>
          </a:stretch>
        </p:blipFill>
        <p:spPr>
          <a:xfrm>
            <a:off x="449106" y="3147805"/>
            <a:ext cx="3046299" cy="19499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ADC6CFE-B04C-9C52-4AFA-CD2EE2ED6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10" y="2027160"/>
            <a:ext cx="3240118" cy="40668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457CF1-FAB4-925F-8C88-4B10E08D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533" y="3255592"/>
            <a:ext cx="4105848" cy="1609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2396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5C73-66B4-3261-A711-7E9FB66D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C8511-CC7F-44B0-FABC-4C3FE1A2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 </a:t>
            </a:r>
            <a:r>
              <a:rPr lang="ko-KR" altLang="en-US"/>
              <a:t>세팅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BEC8B-D6BD-1523-B259-3AC6789950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300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Visual Studio Code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File &gt; Open Folder &gt; </a:t>
            </a:r>
            <a:r>
              <a:rPr lang="ko-KR" altLang="en-US" dirty="0"/>
              <a:t>생성한 폴더 선택</a:t>
            </a:r>
            <a:endParaRPr lang="en-US" altLang="ko-KR" dirty="0"/>
          </a:p>
          <a:p>
            <a:pPr lvl="1"/>
            <a:r>
              <a:rPr lang="en-US" altLang="ko-KR" dirty="0"/>
              <a:t>c:\work\dashboard </a:t>
            </a:r>
            <a:r>
              <a:rPr lang="ko-KR" altLang="en-US" dirty="0"/>
              <a:t>선택 후 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4943F7-3DA6-9BB2-53D9-AC846C9D1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57" y="3260036"/>
            <a:ext cx="4735507" cy="2794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AE07F7D-7506-37BC-409D-B3BBB0F7B49D}"/>
              </a:ext>
            </a:extLst>
          </p:cNvPr>
          <p:cNvSpPr/>
          <p:nvPr/>
        </p:nvSpPr>
        <p:spPr>
          <a:xfrm>
            <a:off x="5942821" y="4611958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D960C1-6879-476B-D74E-14D03533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01" y="3197298"/>
            <a:ext cx="2772162" cy="2829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9389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CF631-384A-BFBE-039A-44151632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사전지식</a:t>
            </a:r>
            <a:r>
              <a:rPr lang="en-US" altLang="ko-KR" dirty="0"/>
              <a:t>] </a:t>
            </a:r>
            <a:r>
              <a:rPr lang="ko-KR" altLang="en-US" dirty="0"/>
              <a:t>처음부터 개발 </a:t>
            </a:r>
            <a:r>
              <a:rPr lang="en-US" altLang="ko-KR" dirty="0"/>
              <a:t>/ </a:t>
            </a:r>
            <a:r>
              <a:rPr lang="ko-KR" altLang="en-US" dirty="0">
                <a:solidFill>
                  <a:srgbClr val="FFC000"/>
                </a:solidFill>
              </a:rPr>
              <a:t>프레임워크</a:t>
            </a:r>
            <a:r>
              <a:rPr lang="ko-KR" altLang="en-US" dirty="0"/>
              <a:t> 부터 개발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A1E53D-8966-41C5-0A78-647B72FAF0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508379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둘 중 어떤 케이크 제작 방법이  더 퀄리티가 좋을까</a:t>
            </a:r>
            <a:r>
              <a:rPr lang="en-US" altLang="ko-KR" b="1" dirty="0"/>
              <a:t>?</a:t>
            </a:r>
          </a:p>
          <a:p>
            <a:pPr marL="228600" lvl="1"/>
            <a:r>
              <a:rPr lang="ko-KR" altLang="en-US" dirty="0"/>
              <a:t>케이크 </a:t>
            </a:r>
            <a:r>
              <a:rPr lang="ko-KR" altLang="en-US" dirty="0" err="1"/>
              <a:t>만들때</a:t>
            </a:r>
            <a:endParaRPr lang="en-US" altLang="ko-KR" dirty="0"/>
          </a:p>
          <a:p>
            <a:pPr marL="228600" lvl="1"/>
            <a:r>
              <a:rPr lang="ko-KR" altLang="en-US" dirty="0"/>
              <a:t>밀가루</a:t>
            </a:r>
            <a:r>
              <a:rPr lang="en-US" altLang="ko-KR" dirty="0"/>
              <a:t>(</a:t>
            </a:r>
            <a:r>
              <a:rPr lang="ko-KR" altLang="en-US" dirty="0"/>
              <a:t>맨땅</a:t>
            </a:r>
            <a:r>
              <a:rPr lang="en-US" altLang="ko-KR" dirty="0"/>
              <a:t>)</a:t>
            </a:r>
            <a:r>
              <a:rPr lang="ko-KR" altLang="en-US" dirty="0"/>
              <a:t> 부터 시작하기</a:t>
            </a:r>
            <a:endParaRPr lang="en-US" altLang="ko-KR" dirty="0"/>
          </a:p>
          <a:p>
            <a:pPr marL="228600" lvl="1"/>
            <a:endParaRPr lang="en-US" altLang="ko-KR" dirty="0"/>
          </a:p>
          <a:p>
            <a:pPr marL="228600" lvl="1"/>
            <a:r>
              <a:rPr lang="en-US" altLang="ko-KR" dirty="0"/>
              <a:t>vs</a:t>
            </a:r>
          </a:p>
          <a:p>
            <a:pPr marL="228600" lvl="1"/>
            <a:endParaRPr lang="en-US" altLang="ko-KR" dirty="0"/>
          </a:p>
          <a:p>
            <a:pPr marL="228600" lvl="1"/>
            <a:r>
              <a:rPr lang="ko-KR" altLang="en-US" dirty="0"/>
              <a:t>케이크용 빵부터 시작하기</a:t>
            </a:r>
            <a:endParaRPr lang="en-US" altLang="ko-KR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E06EA19-F2AA-08AE-BB11-CD8755F3D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10" y="1795698"/>
            <a:ext cx="6641915" cy="439185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A23E8A5-DF82-19BE-E7D9-9582E59A1F12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831573" y="1758653"/>
            <a:ext cx="248092" cy="793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1BC1B0-9ADE-FB64-6E2D-1ACAF83DD8CA}"/>
              </a:ext>
            </a:extLst>
          </p:cNvPr>
          <p:cNvSpPr txBox="1"/>
          <p:nvPr/>
        </p:nvSpPr>
        <p:spPr>
          <a:xfrm>
            <a:off x="8888819" y="1389321"/>
            <a:ext cx="18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프레임워크</a:t>
            </a:r>
            <a:r>
              <a:rPr lang="en-US" altLang="ko-KR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뼈대</a:t>
            </a:r>
            <a:r>
              <a:rPr lang="en-US" altLang="ko-KR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  <a:endParaRPr lang="ko-KR" altLang="en-US" b="1" dirty="0">
              <a:solidFill>
                <a:srgbClr val="FF0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87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66D5-6D3E-B108-7AC5-35865BF9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1747D-F54A-84A8-DC76-33D3D1C9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사전지식</a:t>
            </a:r>
            <a:r>
              <a:rPr lang="en-US" altLang="ko-KR" dirty="0"/>
              <a:t>] </a:t>
            </a:r>
            <a:r>
              <a:rPr lang="ko-KR" altLang="en-US" dirty="0"/>
              <a:t>처음부터 개발하기 </a:t>
            </a:r>
            <a:r>
              <a:rPr lang="en-US" altLang="ko-KR" dirty="0"/>
              <a:t>vs </a:t>
            </a:r>
            <a:r>
              <a:rPr lang="ko-KR" altLang="en-US" dirty="0"/>
              <a:t>이미 만들어진 기반에다가 개발하기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8D806F-E6EB-50E8-D852-E5433FEA41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85022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처음부터 개발을 시작하면 작업이 너무 많다</a:t>
            </a:r>
            <a:r>
              <a:rPr lang="en-US" altLang="ko-KR" dirty="0"/>
              <a:t>.</a:t>
            </a:r>
          </a:p>
          <a:p>
            <a:pPr marL="228600" lvl="1"/>
            <a:r>
              <a:rPr lang="en-US" altLang="ko-KR" dirty="0"/>
              <a:t>App </a:t>
            </a:r>
            <a:r>
              <a:rPr lang="ko-KR" altLang="en-US" dirty="0"/>
              <a:t>개발은</a:t>
            </a:r>
            <a:r>
              <a:rPr lang="en-US" altLang="ko-KR" dirty="0"/>
              <a:t> </a:t>
            </a:r>
            <a:r>
              <a:rPr lang="ko-KR" altLang="en-US" dirty="0"/>
              <a:t>처음부터 개발하는 경우는 거의 없다</a:t>
            </a:r>
            <a:r>
              <a:rPr lang="en-US" altLang="ko-KR" dirty="0"/>
              <a:t>.</a:t>
            </a:r>
          </a:p>
          <a:p>
            <a:pPr marL="228600" lvl="1"/>
            <a:r>
              <a:rPr lang="ko-KR" altLang="en-US" dirty="0"/>
              <a:t>이미 만들어진 기반에 개발을 시작한다</a:t>
            </a:r>
            <a:r>
              <a:rPr lang="en-US" altLang="ko-KR" dirty="0"/>
              <a:t>.</a:t>
            </a:r>
          </a:p>
          <a:p>
            <a:pPr marL="228600" lvl="1"/>
            <a:r>
              <a:rPr lang="ko-KR" altLang="en-US" b="1" dirty="0">
                <a:solidFill>
                  <a:srgbClr val="FF0000"/>
                </a:solidFill>
              </a:rPr>
              <a:t>우리는 </a:t>
            </a:r>
            <a:r>
              <a:rPr lang="en-US" altLang="ko-KR" b="1" dirty="0">
                <a:solidFill>
                  <a:srgbClr val="FF0000"/>
                </a:solidFill>
              </a:rPr>
              <a:t>TypeScript, React.js, </a:t>
            </a:r>
            <a:r>
              <a:rPr lang="en-US" altLang="ko-KR" b="1" dirty="0" err="1">
                <a:solidFill>
                  <a:srgbClr val="FF0000"/>
                </a:solidFill>
              </a:rPr>
              <a:t>Vite</a:t>
            </a:r>
            <a:r>
              <a:rPr lang="ko-KR" altLang="en-US" b="1" dirty="0">
                <a:solidFill>
                  <a:srgbClr val="FF0000"/>
                </a:solidFill>
              </a:rPr>
              <a:t>를 사용하여 하나의 </a:t>
            </a:r>
            <a:r>
              <a:rPr lang="en-US" altLang="ko-KR" b="1" dirty="0">
                <a:solidFill>
                  <a:srgbClr val="FF0000"/>
                </a:solidFill>
              </a:rPr>
              <a:t>WebApp </a:t>
            </a:r>
            <a:r>
              <a:rPr lang="ko-KR" altLang="en-US" b="1" dirty="0">
                <a:solidFill>
                  <a:srgbClr val="FF0000"/>
                </a:solidFill>
              </a:rPr>
              <a:t>작품을 만든다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470D58-F17F-4173-1F7F-5FED0BA770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476" y="4013124"/>
            <a:ext cx="1178755" cy="11787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78366E-960D-6D19-5B5F-F96833F5CD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255" y="2809046"/>
            <a:ext cx="1034443" cy="10344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BDC0B2-7C9B-C79E-63E4-BDB3BB2CA4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104" y="3975577"/>
            <a:ext cx="1232049" cy="1081957"/>
          </a:xfrm>
          <a:prstGeom prst="rect">
            <a:avLst/>
          </a:prstGeom>
        </p:spPr>
      </p:pic>
      <p:pic>
        <p:nvPicPr>
          <p:cNvPr id="7" name="그림 6" descr="python™">
            <a:extLst>
              <a:ext uri="{FF2B5EF4-FFF2-40B4-BE49-F238E27FC236}">
                <a16:creationId xmlns:a16="http://schemas.microsoft.com/office/drawing/2014/main" id="{77EC078D-8063-E811-F5B8-968DEAB9E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883" y="3200930"/>
            <a:ext cx="2801173" cy="792056"/>
          </a:xfrm>
          <a:prstGeom prst="rect">
            <a:avLst/>
          </a:prstGeom>
        </p:spPr>
      </p:pic>
      <p:pic>
        <p:nvPicPr>
          <p:cNvPr id="8" name="그림 7" descr="C++ - 위키백과, 우리 모두의 백과사전">
            <a:extLst>
              <a:ext uri="{FF2B5EF4-FFF2-40B4-BE49-F238E27FC236}">
                <a16:creationId xmlns:a16="http://schemas.microsoft.com/office/drawing/2014/main" id="{DC29F0E1-92CA-7B56-61FF-906AEC4C97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5883" y="4162621"/>
            <a:ext cx="883723" cy="1004920"/>
          </a:xfrm>
          <a:prstGeom prst="rect">
            <a:avLst/>
          </a:prstGeom>
        </p:spPr>
      </p:pic>
      <p:pic>
        <p:nvPicPr>
          <p:cNvPr id="9" name="그림 8" descr="JavaScript - 나무위키">
            <a:extLst>
              <a:ext uri="{FF2B5EF4-FFF2-40B4-BE49-F238E27FC236}">
                <a16:creationId xmlns:a16="http://schemas.microsoft.com/office/drawing/2014/main" id="{3484668E-1146-7883-0C15-5035B042F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4350" y="4125074"/>
            <a:ext cx="1055841" cy="105584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F0E55D0-87E8-7E43-8369-42FB5ECEB2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809" y="3712194"/>
            <a:ext cx="1625295" cy="1336047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932B6BD-FB9C-DCD0-3386-BC30E055D632}"/>
              </a:ext>
            </a:extLst>
          </p:cNvPr>
          <p:cNvCxnSpPr/>
          <p:nvPr/>
        </p:nvCxnSpPr>
        <p:spPr>
          <a:xfrm>
            <a:off x="6166715" y="2937968"/>
            <a:ext cx="0" cy="3491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47D2032-AD3C-FD24-A666-725272B05771}"/>
              </a:ext>
            </a:extLst>
          </p:cNvPr>
          <p:cNvSpPr txBox="1"/>
          <p:nvPr/>
        </p:nvSpPr>
        <p:spPr>
          <a:xfrm>
            <a:off x="7596947" y="5407342"/>
            <a:ext cx="3388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Web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App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개발할때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자주 사용되는 프레임워크들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TypeScript + React.js + </a:t>
            </a:r>
            <a:r>
              <a:rPr lang="en-US" altLang="ko-KR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Vite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1E30CF-EB7A-72FC-4657-37EDA3241900}"/>
              </a:ext>
            </a:extLst>
          </p:cNvPr>
          <p:cNvSpPr txBox="1"/>
          <p:nvPr/>
        </p:nvSpPr>
        <p:spPr>
          <a:xfrm>
            <a:off x="1348242" y="5684341"/>
            <a:ext cx="338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기본 프로그래밍 언어</a:t>
            </a:r>
          </a:p>
        </p:txBody>
      </p:sp>
    </p:spTree>
    <p:extLst>
      <p:ext uri="{BB962C8B-B14F-4D97-AF65-F5344CB8AC3E}">
        <p14:creationId xmlns:p14="http://schemas.microsoft.com/office/powerpoint/2010/main" val="65572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50FB8-53E5-6ADE-8476-17DB749E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15AD1-67F4-E875-EEAD-71E7BF0C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최소한의 프로젝트 생성하기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11C210-F815-5EB1-B01B-C2A5BBF77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CLAUDE.md</a:t>
            </a:r>
            <a:r>
              <a:rPr lang="ko-KR" altLang="en-US" dirty="0"/>
              <a:t>에 기본 스택 </a:t>
            </a:r>
            <a:r>
              <a:rPr lang="ko-KR" altLang="en-US" dirty="0" err="1"/>
              <a:t>적어두기</a:t>
            </a:r>
            <a:endParaRPr lang="ko-KR" altLang="en-US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기술 스택을 기록해두자</a:t>
            </a:r>
            <a:r>
              <a:rPr lang="en-US" altLang="ko-KR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5D621F8-A5D1-A5CC-DF9F-90DFEB8316DD}"/>
              </a:ext>
            </a:extLst>
          </p:cNvPr>
          <p:cNvGrpSpPr/>
          <p:nvPr/>
        </p:nvGrpSpPr>
        <p:grpSpPr>
          <a:xfrm>
            <a:off x="523876" y="2777066"/>
            <a:ext cx="4716994" cy="2631586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15DE4D8-C400-C3BB-4E5E-2B7E8FB6F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399B7AC-7BF5-48F7-57AB-60A3999A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865DCA3-6829-2CD6-E693-02E849F7880E}"/>
              </a:ext>
            </a:extLst>
          </p:cNvPr>
          <p:cNvSpPr txBox="1"/>
          <p:nvPr/>
        </p:nvSpPr>
        <p:spPr>
          <a:xfrm>
            <a:off x="237242" y="4002425"/>
            <a:ext cx="4872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만들고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TypeScript, React, </a:t>
            </a:r>
            <a:r>
              <a:rPr lang="en-US" altLang="ko-KR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Vite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프레임워크로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Web App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개발함을 명시해줘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버전 빼고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  <a:endParaRPr lang="ko-KR" altLang="en-US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A57F60-672A-8A8B-969D-51083C3AC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384" y="2777066"/>
            <a:ext cx="5871164" cy="24714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05D18-B3B4-4E58-7906-1BE18E8A2A85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284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0AF4-B1DA-306B-B6E6-BFA873F9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AC77F-83CD-1507-1F9E-F0D43D29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최소한의 프로젝트 생성하기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7FCABB-633A-3C24-A930-4315D0EA2A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최소한의 </a:t>
            </a:r>
            <a:r>
              <a:rPr lang="en-US" altLang="ko-KR" dirty="0"/>
              <a:t>Web App </a:t>
            </a:r>
            <a:r>
              <a:rPr lang="ko-KR" altLang="en-US" dirty="0"/>
              <a:t>프로젝트 생성 후 실행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46A4D54-D48A-C950-75F1-A5D7F9A62244}"/>
              </a:ext>
            </a:extLst>
          </p:cNvPr>
          <p:cNvGrpSpPr/>
          <p:nvPr/>
        </p:nvGrpSpPr>
        <p:grpSpPr>
          <a:xfrm>
            <a:off x="3139257" y="2793438"/>
            <a:ext cx="4716994" cy="2631586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3FBBE43-002B-777E-8E11-6FDDC9C6A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3BA102E-7689-B81D-8C04-D3E465E68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9F9EE2E-B791-AC46-57C4-C2BD530DCB28}"/>
              </a:ext>
            </a:extLst>
          </p:cNvPr>
          <p:cNvSpPr txBox="1"/>
          <p:nvPr/>
        </p:nvSpPr>
        <p:spPr>
          <a:xfrm>
            <a:off x="2787978" y="4109231"/>
            <a:ext cx="4872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루트 프로젝트에다가 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Hello World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WebApp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하나 만들어줘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아직 실행은 하지 말아줘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750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2889-DCBC-E02A-8360-E2C88B24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3507544A-3913-1EFC-C047-7C861354A62E}"/>
              </a:ext>
            </a:extLst>
          </p:cNvPr>
          <p:cNvGrpSpPr/>
          <p:nvPr/>
        </p:nvGrpSpPr>
        <p:grpSpPr>
          <a:xfrm>
            <a:off x="6860468" y="1751248"/>
            <a:ext cx="4716994" cy="2631586"/>
            <a:chOff x="600075" y="2582332"/>
            <a:chExt cx="5517017" cy="307791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E9B00A6-8F91-48EF-72E5-BFB3E65E1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36522DC-1D56-7292-6E73-AFA50AA01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6559084-8FEA-164A-28E1-1AA176226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EBC018-5F6D-35EF-1B3B-AE9BD87CA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서버 실행용 </a:t>
            </a:r>
            <a:r>
              <a:rPr lang="en-US" altLang="ko-KR" dirty="0"/>
              <a:t>(App </a:t>
            </a:r>
            <a:r>
              <a:rPr lang="ko-KR" altLang="en-US" dirty="0"/>
              <a:t>실행용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Claude </a:t>
            </a:r>
            <a:r>
              <a:rPr lang="ko-KR" altLang="en-US" dirty="0"/>
              <a:t>를 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A99287-7369-10A6-DBAC-FF12FD94B443}"/>
              </a:ext>
            </a:extLst>
          </p:cNvPr>
          <p:cNvSpPr txBox="1"/>
          <p:nvPr/>
        </p:nvSpPr>
        <p:spPr>
          <a:xfrm>
            <a:off x="6565939" y="3239354"/>
            <a:ext cx="48727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서버 실행해줘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B8EF9E-55A1-989B-34D3-37671490D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28" y="1911267"/>
            <a:ext cx="3548171" cy="17835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5B48C1C-5F1B-F6A7-E00B-4E72C77131D5}"/>
              </a:ext>
            </a:extLst>
          </p:cNvPr>
          <p:cNvSpPr/>
          <p:nvPr/>
        </p:nvSpPr>
        <p:spPr>
          <a:xfrm>
            <a:off x="3427147" y="1828960"/>
            <a:ext cx="233916" cy="333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23FE09-1238-AD47-1785-281891E79566}"/>
              </a:ext>
            </a:extLst>
          </p:cNvPr>
          <p:cNvSpPr/>
          <p:nvPr/>
        </p:nvSpPr>
        <p:spPr>
          <a:xfrm>
            <a:off x="1369082" y="2870950"/>
            <a:ext cx="1016074" cy="2367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1B152F-E78D-3BB9-66D0-91658861DFA7}"/>
              </a:ext>
            </a:extLst>
          </p:cNvPr>
          <p:cNvSpPr txBox="1"/>
          <p:nvPr/>
        </p:nvSpPr>
        <p:spPr>
          <a:xfrm>
            <a:off x="717341" y="3751123"/>
            <a:ext cx="3870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명령 프롬프트 하나 더 띄우기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0116191-C165-EFE0-D62A-0999C912FFD7}"/>
              </a:ext>
            </a:extLst>
          </p:cNvPr>
          <p:cNvGrpSpPr/>
          <p:nvPr/>
        </p:nvGrpSpPr>
        <p:grpSpPr>
          <a:xfrm>
            <a:off x="431619" y="4409471"/>
            <a:ext cx="5018600" cy="1825990"/>
            <a:chOff x="333121" y="4732412"/>
            <a:chExt cx="5797848" cy="21095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2A9AB15-3157-2DF0-0909-C10D5403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3121" y="4732412"/>
              <a:ext cx="5797848" cy="1682836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AEBAD98-BD8F-65CC-8FEA-67D104E9891F}"/>
                </a:ext>
              </a:extLst>
            </p:cNvPr>
            <p:cNvSpPr/>
            <p:nvPr/>
          </p:nvSpPr>
          <p:spPr>
            <a:xfrm>
              <a:off x="1334318" y="5305609"/>
              <a:ext cx="582975" cy="2589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88B0329-8AEE-3338-7F81-D8C20D0AD8E9}"/>
                </a:ext>
              </a:extLst>
            </p:cNvPr>
            <p:cNvSpPr/>
            <p:nvPr/>
          </p:nvSpPr>
          <p:spPr>
            <a:xfrm>
              <a:off x="4302389" y="5282870"/>
              <a:ext cx="582975" cy="2589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47EE29-9F34-B875-313A-68A6264EA7B2}"/>
                </a:ext>
              </a:extLst>
            </p:cNvPr>
            <p:cNvSpPr txBox="1"/>
            <p:nvPr/>
          </p:nvSpPr>
          <p:spPr>
            <a:xfrm>
              <a:off x="2249560" y="6415248"/>
              <a:ext cx="3870252" cy="42667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클로드</a:t>
              </a:r>
              <a:r>
                <a:rPr lang="ko-KR" altLang="en-US" dirty="0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 코드 실행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8B72C88-84AE-B763-686F-9A8735634024}"/>
              </a:ext>
            </a:extLst>
          </p:cNvPr>
          <p:cNvSpPr txBox="1"/>
          <p:nvPr/>
        </p:nvSpPr>
        <p:spPr>
          <a:xfrm>
            <a:off x="6302345" y="4445651"/>
            <a:ext cx="3870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서버 실행 후 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크롬에서 결과 확인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600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600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크롬 창은 닫지않는다</a:t>
            </a:r>
            <a:r>
              <a:rPr lang="en-US" altLang="ko-KR" sz="1600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.)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B8BE395-71DA-3208-70F5-5B7BEE31F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323" y="4608636"/>
            <a:ext cx="2583757" cy="1906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BFD490D2-50BC-97A5-EE1D-A0C6E7A3600A}"/>
              </a:ext>
            </a:extLst>
          </p:cNvPr>
          <p:cNvSpPr/>
          <p:nvPr/>
        </p:nvSpPr>
        <p:spPr>
          <a:xfrm>
            <a:off x="4027551" y="3836267"/>
            <a:ext cx="418467" cy="369332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CC91437E-9175-ADD4-9BF4-904E21FE270D}"/>
              </a:ext>
            </a:extLst>
          </p:cNvPr>
          <p:cNvSpPr/>
          <p:nvPr/>
        </p:nvSpPr>
        <p:spPr>
          <a:xfrm rot="13500000">
            <a:off x="5814583" y="4167627"/>
            <a:ext cx="418467" cy="369332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456E1-4980-2426-A896-0DCD5BAB2B1B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20293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112D0-7844-A363-07D4-BC51BF3D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C4E60C-206D-42D5-20A5-85B7F7CFC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8502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터미널 이름을 변경해두자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마우스 우측버튼 </a:t>
            </a:r>
            <a:r>
              <a:rPr lang="en-US" altLang="ko-KR" dirty="0"/>
              <a:t>&gt; Rename</a:t>
            </a:r>
          </a:p>
          <a:p>
            <a:pPr marL="1485900" lvl="2" indent="-342900"/>
            <a:r>
              <a:rPr lang="ko-KR" altLang="en-US" dirty="0" err="1"/>
              <a:t>클로드개발</a:t>
            </a:r>
            <a:endParaRPr lang="en-US" altLang="ko-KR" dirty="0"/>
          </a:p>
          <a:p>
            <a:pPr marL="1485900" lvl="2" indent="-342900"/>
            <a:r>
              <a:rPr lang="ko-KR" altLang="en-US" dirty="0"/>
              <a:t>서버실행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A386C6-BDAC-B2F1-BDA8-A3DE98B50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41" y="2810184"/>
            <a:ext cx="4407126" cy="25337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C1B8CAC-1E6D-22E5-0A41-21618529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77" y="2819685"/>
            <a:ext cx="4807942" cy="25242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3B5D44-B668-6C30-1D41-D5931B82CED0}"/>
              </a:ext>
            </a:extLst>
          </p:cNvPr>
          <p:cNvSpPr/>
          <p:nvPr/>
        </p:nvSpPr>
        <p:spPr>
          <a:xfrm>
            <a:off x="1421917" y="4562270"/>
            <a:ext cx="697506" cy="260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3E408F-8C80-C37B-1BA2-A774049D53CE}"/>
              </a:ext>
            </a:extLst>
          </p:cNvPr>
          <p:cNvSpPr/>
          <p:nvPr/>
        </p:nvSpPr>
        <p:spPr>
          <a:xfrm>
            <a:off x="9686958" y="3006731"/>
            <a:ext cx="846361" cy="377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C61F9-CE09-ED7D-4120-C39D139233E3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5117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F246-BE14-1303-CCEE-AF409D9A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85383-62D4-19FA-084E-766F78A5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43CA06-8CDB-DE4C-B6B1-9DE3908E5D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클로드개발</a:t>
            </a:r>
            <a:r>
              <a:rPr lang="ko-KR" altLang="en-US" dirty="0"/>
              <a:t> 이어서 하기</a:t>
            </a:r>
            <a:endParaRPr lang="en-US" altLang="ko-KR" dirty="0"/>
          </a:p>
          <a:p>
            <a:pPr lvl="1"/>
            <a:r>
              <a:rPr lang="ko-KR" altLang="en-US" dirty="0" err="1"/>
              <a:t>클로드개발을</a:t>
            </a:r>
            <a:r>
              <a:rPr lang="ko-KR" altLang="en-US" dirty="0"/>
              <a:t> 선택하여</a:t>
            </a:r>
            <a:r>
              <a:rPr lang="en-US" altLang="ko-KR" dirty="0"/>
              <a:t>, </a:t>
            </a:r>
            <a:r>
              <a:rPr lang="ko-KR" altLang="en-US" dirty="0"/>
              <a:t>개발을 이어서 하자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A261C7-105C-AF77-0260-B5E2CBC8F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593" y="2219603"/>
            <a:ext cx="7017111" cy="3714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52AEC1F-AE21-81AF-7EC3-E1C9165A221F}"/>
              </a:ext>
            </a:extLst>
          </p:cNvPr>
          <p:cNvSpPr/>
          <p:nvPr/>
        </p:nvSpPr>
        <p:spPr>
          <a:xfrm>
            <a:off x="7737656" y="2469785"/>
            <a:ext cx="1108633" cy="293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DC2AE-2775-05C9-EC78-99C4A2731625}"/>
              </a:ext>
            </a:extLst>
          </p:cNvPr>
          <p:cNvSpPr txBox="1"/>
          <p:nvPr/>
        </p:nvSpPr>
        <p:spPr>
          <a:xfrm>
            <a:off x="8291972" y="2763157"/>
            <a:ext cx="26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클로드개발</a:t>
            </a:r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클릭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45359-2073-EBAF-983E-53A28A6A8724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1675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2BB4-70FA-6944-4893-CB666216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D1BFA-7FC3-8379-04FC-8BCC0BFA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최소한의 프로젝트 생성하기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7026E8-B357-BA1A-B040-6C29324BCA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기술검증 진행해보기</a:t>
            </a:r>
            <a:endParaRPr lang="en-US" altLang="ko-KR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319DEFF-ED81-DC3E-B509-3BE00EB2EEFA}"/>
              </a:ext>
            </a:extLst>
          </p:cNvPr>
          <p:cNvGrpSpPr/>
          <p:nvPr/>
        </p:nvGrpSpPr>
        <p:grpSpPr>
          <a:xfrm>
            <a:off x="523875" y="2045109"/>
            <a:ext cx="6966816" cy="4189435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434DFE2-848F-5ACA-5717-6608F079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3DD6C9-5272-00C6-EFA0-0DF566A02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D4FF58F-8C43-0225-F5CB-C7263DFBA5FA}"/>
              </a:ext>
            </a:extLst>
          </p:cNvPr>
          <p:cNvSpPr txBox="1"/>
          <p:nvPr/>
        </p:nvSpPr>
        <p:spPr>
          <a:xfrm>
            <a:off x="1184452" y="3372595"/>
            <a:ext cx="58655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 API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잘 동작되는지 테스트를 해보고자 해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---</a:t>
            </a: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 API KEY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화면에서 입력 받고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버튼을 누르면 잘 동작되는지 테스트 되고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에러가나면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에러메시지가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보여짐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연결이 된 후에는 간단한 채팅 화면이 뜨는데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User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프롬프트를 작성하면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 API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통해 답변을 화면에 보이도록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개발해줘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---</a:t>
            </a: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*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주의사항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:</a:t>
            </a:r>
          </a:p>
          <a:p>
            <a:pPr lvl="1"/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엔트로픽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SDK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설치하지 마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 프로그램에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필요없어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모델은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sonnet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으로만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해야해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342CB-D764-A487-5097-77F15E6726EE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017900-039B-23ED-6412-F2697717DDF4}"/>
              </a:ext>
            </a:extLst>
          </p:cNvPr>
          <p:cNvSpPr/>
          <p:nvPr/>
        </p:nvSpPr>
        <p:spPr>
          <a:xfrm>
            <a:off x="7991637" y="5008989"/>
            <a:ext cx="3401961" cy="10771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화면은 뜨지만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algn="ctr"/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KEY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입력하면 아직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동작되지 않습니다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27BA48-C1D1-59FE-169A-4401B9DC7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637" y="3335651"/>
            <a:ext cx="3215052" cy="12998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0196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EB378-17A2-B9F7-57AD-4B7EB060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결과 확인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9E07CD-EFC4-85F0-5F7A-AADBFF84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125" y="2835796"/>
            <a:ext cx="5553850" cy="2867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26367-57BC-8CB7-D009-C1A988908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5680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7. </a:t>
            </a:r>
            <a:r>
              <a:rPr lang="ko-KR" altLang="en-US" dirty="0" err="1"/>
              <a:t>클로드</a:t>
            </a:r>
            <a:r>
              <a:rPr lang="ko-KR" altLang="en-US" dirty="0"/>
              <a:t> 코드가 만든 코드는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사외에서 동작되지만</a:t>
            </a:r>
            <a:r>
              <a:rPr lang="en-US" altLang="ko-KR" dirty="0"/>
              <a:t>, </a:t>
            </a:r>
            <a:r>
              <a:rPr lang="ko-KR" altLang="en-US" dirty="0"/>
              <a:t>사내에서 동작되지 않는 코드가 만들어짐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400" b="0" i="0" dirty="0">
                <a:solidFill>
                  <a:srgbClr val="1A1A1A"/>
                </a:solidFill>
                <a:effectLst/>
              </a:rPr>
              <a:t>사외 인터넷으로 직접 접속하는 코드로 만들어졌기 때문이다</a:t>
            </a:r>
            <a:r>
              <a:rPr lang="en-US" altLang="ko-KR" sz="2400" b="0" i="0" dirty="0">
                <a:solidFill>
                  <a:srgbClr val="1A1A1A"/>
                </a:solidFill>
                <a:effectLst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4997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1C30-D717-BDE2-F26C-FBA8A3E0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E0674-9D90-5BCF-BD5F-BE54DD15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현대 사업장용</a:t>
            </a:r>
            <a:r>
              <a:rPr lang="en-US" altLang="ko-KR" dirty="0"/>
              <a:t>) </a:t>
            </a:r>
            <a:r>
              <a:rPr lang="ko-KR" altLang="en-US" dirty="0"/>
              <a:t>필수 </a:t>
            </a:r>
            <a:r>
              <a:rPr lang="en-US" altLang="ko-KR" dirty="0"/>
              <a:t>Claude API </a:t>
            </a:r>
            <a:r>
              <a:rPr lang="ko-KR" altLang="en-US" dirty="0"/>
              <a:t>설정 변경 요청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50B883-04A6-F7EF-BB6A-38FDCF809F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49866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8. </a:t>
            </a:r>
            <a:r>
              <a:rPr lang="ko-KR" altLang="en-US" dirty="0" err="1"/>
              <a:t>클로드코드가</a:t>
            </a:r>
            <a:r>
              <a:rPr lang="ko-KR" altLang="en-US" dirty="0"/>
              <a:t> 만든 코드는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사외 인터넷으로 직접 접속하는 코드로 만들어져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동작되지 않는다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해결방법</a:t>
            </a:r>
            <a:endParaRPr lang="en-US" altLang="ko-KR" b="1" dirty="0"/>
          </a:p>
          <a:p>
            <a:pPr lvl="1" latinLnBrk="0"/>
            <a:r>
              <a:rPr lang="ko-KR" altLang="ko-KR" dirty="0">
                <a:hlinkClick r:id="rId3"/>
              </a:rPr>
              <a:t>https://gist.github.com/uoio8090/15d7efe4e47c61cfecc4c22cf08654a6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b="1" dirty="0"/>
              <a:t>사내 서버로 접속하기 위한</a:t>
            </a:r>
            <a:endParaRPr lang="en-US" altLang="ko-KR" b="1" dirty="0"/>
          </a:p>
          <a:p>
            <a:pPr lvl="1"/>
            <a:r>
              <a:rPr lang="ko-KR" altLang="en-US" b="1" dirty="0"/>
              <a:t>소스코드 변경을 지시하는 </a:t>
            </a:r>
            <a:r>
              <a:rPr lang="ko-KR" altLang="en-US" b="1" dirty="0">
                <a:solidFill>
                  <a:srgbClr val="FF0000"/>
                </a:solidFill>
              </a:rPr>
              <a:t>프롬프트</a:t>
            </a:r>
            <a:r>
              <a:rPr lang="ko-KR" altLang="en-US" b="1" dirty="0"/>
              <a:t> 이다</a:t>
            </a:r>
            <a:r>
              <a:rPr lang="en-US" altLang="ko-KR" b="1" dirty="0"/>
              <a:t>.</a:t>
            </a:r>
          </a:p>
          <a:p>
            <a:pPr lvl="1"/>
            <a:r>
              <a:rPr lang="ko-KR" altLang="en-US" dirty="0"/>
              <a:t>위 내용을 복사 </a:t>
            </a:r>
            <a:r>
              <a:rPr lang="ko-KR" altLang="en-US" dirty="0" err="1"/>
              <a:t>붙여넣기하여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현대 사내에서 동작되는 코드로 변경하자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1DB7F7-4D58-85EB-33BD-A7CC620F1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317" y="3915542"/>
            <a:ext cx="3530552" cy="24798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95D3CB0-1E0E-7A81-70EC-5EAB629F1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317" y="915355"/>
            <a:ext cx="3586347" cy="18516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2657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430C7-2C81-66E3-A3FD-BDEF0EE2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기술검증 완료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FE8513-B51D-0D3A-D6E7-7928951B6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7" y="2182091"/>
            <a:ext cx="4275730" cy="3703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56369A-F645-BAB2-8BD3-E8D2D73E7C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Claude API</a:t>
            </a:r>
            <a:r>
              <a:rPr lang="ko-KR" altLang="en-US" dirty="0"/>
              <a:t>인증 이후 채팅이 잘 되는지 확인 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95812AE-F88A-64E8-AF8F-C169C09B2E84}"/>
              </a:ext>
            </a:extLst>
          </p:cNvPr>
          <p:cNvGrpSpPr/>
          <p:nvPr/>
        </p:nvGrpSpPr>
        <p:grpSpPr>
          <a:xfrm>
            <a:off x="6370493" y="2488454"/>
            <a:ext cx="4823980" cy="2900859"/>
            <a:chOff x="600075" y="2582332"/>
            <a:chExt cx="5517017" cy="307791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5E7EFF4-85B1-1A2A-C6B9-5EAD3F4AF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FD6E676-1B84-E0DF-F608-988350417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D22E79-CC21-8BD3-9C88-AB3456AD1C2B}"/>
              </a:ext>
            </a:extLst>
          </p:cNvPr>
          <p:cNvSpPr txBox="1"/>
          <p:nvPr/>
        </p:nvSpPr>
        <p:spPr>
          <a:xfrm>
            <a:off x="6650338" y="3974494"/>
            <a:ext cx="4911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 ~ 7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번까지 모두 적용한 것 맞는지 확인해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더블체크를 하여 빠진 부분이 있다면 다시 적용해줘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B5BA2A-B5B2-4F15-ADCF-2476198543A0}"/>
              </a:ext>
            </a:extLst>
          </p:cNvPr>
          <p:cNvSpPr txBox="1"/>
          <p:nvPr/>
        </p:nvSpPr>
        <p:spPr>
          <a:xfrm>
            <a:off x="6262433" y="5449936"/>
            <a:ext cx="4932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만약 동작되지 않는다면 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프롬프트를 추가로 입력한다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85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47720-DCB0-BF67-08AD-8828609B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삭제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2678515-A0F0-CA24-3125-9B5BE08786B1}"/>
              </a:ext>
            </a:extLst>
          </p:cNvPr>
          <p:cNvGrpSpPr/>
          <p:nvPr/>
        </p:nvGrpSpPr>
        <p:grpSpPr>
          <a:xfrm>
            <a:off x="2641602" y="2937162"/>
            <a:ext cx="5676760" cy="3084945"/>
            <a:chOff x="600075" y="2582332"/>
            <a:chExt cx="5517017" cy="30779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1906A58-D74F-C4CC-B6E6-20A9BC11A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6ED3250-6658-2F2F-169B-0B84EAC61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B14684A-5677-6899-37D9-8A02A6538FEE}"/>
              </a:ext>
            </a:extLst>
          </p:cNvPr>
          <p:cNvSpPr txBox="1"/>
          <p:nvPr/>
        </p:nvSpPr>
        <p:spPr>
          <a:xfrm>
            <a:off x="1569067" y="4727355"/>
            <a:ext cx="74121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ko-KR" sz="20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20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 삭제해줘</a:t>
            </a:r>
            <a:endParaRPr lang="en-US" altLang="ko-KR" sz="20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501125-488E-2323-A92E-769D91F0D5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기술검증이 완료 됐으므로 불필요한 파일을 삭제한다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528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985D-CBA7-875E-EB1A-7462E75E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2CD51B2-7229-5D1A-DF2A-FFE10296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598" y="3045808"/>
            <a:ext cx="2804022" cy="14741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22B1EE-A88F-54B3-8A05-E8E09F546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697" y="3117962"/>
            <a:ext cx="2730308" cy="14157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07ED66-96A7-C9A5-F6D9-1CA4D401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폴더 생성 후 준비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564DBF-AA75-1657-668F-B488641383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지금 까지 만든 폴더를</a:t>
            </a:r>
            <a:r>
              <a:rPr lang="en-US" altLang="ko-KR" dirty="0"/>
              <a:t> </a:t>
            </a:r>
            <a:r>
              <a:rPr lang="ko-KR" altLang="en-US" dirty="0"/>
              <a:t>백업한다</a:t>
            </a:r>
            <a:r>
              <a:rPr lang="en-US" altLang="ko-KR" dirty="0"/>
              <a:t>. (</a:t>
            </a:r>
            <a:r>
              <a:rPr lang="ko-KR" altLang="en-US" dirty="0"/>
              <a:t>수업은 </a:t>
            </a:r>
            <a:r>
              <a:rPr lang="en-US" altLang="ko-KR" dirty="0"/>
              <a:t>dashboard</a:t>
            </a:r>
            <a:r>
              <a:rPr lang="ko-KR" altLang="en-US" dirty="0"/>
              <a:t>로 계속 이어서 합니다</a:t>
            </a:r>
            <a:r>
              <a:rPr lang="en-US" altLang="ko-KR" dirty="0"/>
              <a:t>.)</a:t>
            </a: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C:\work\dashboard</a:t>
            </a:r>
            <a:r>
              <a:rPr lang="ko-KR" altLang="en-US" b="1" dirty="0">
                <a:solidFill>
                  <a:srgbClr val="FF0000"/>
                </a:solidFill>
              </a:rPr>
              <a:t> 폴더를 복사 붙여 넣기 하여 백업해주세요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백업한 폴더 명은 </a:t>
            </a:r>
            <a:r>
              <a:rPr lang="en-US" altLang="ko-KR" b="1" dirty="0">
                <a:solidFill>
                  <a:srgbClr val="FF0000"/>
                </a:solidFill>
              </a:rPr>
              <a:t>‘base’</a:t>
            </a:r>
            <a:r>
              <a:rPr lang="ko-KR" altLang="en-US" b="1" dirty="0">
                <a:solidFill>
                  <a:srgbClr val="FF0000"/>
                </a:solidFill>
              </a:rPr>
              <a:t>로 해주시면 됩니다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en-US" altLang="ko-KR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5D1DF4D-46B9-D069-DB0D-6134E070F191}"/>
              </a:ext>
            </a:extLst>
          </p:cNvPr>
          <p:cNvSpPr/>
          <p:nvPr/>
        </p:nvSpPr>
        <p:spPr>
          <a:xfrm>
            <a:off x="5516587" y="3673281"/>
            <a:ext cx="427765" cy="4678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0D49C-A43D-E2D9-8639-F8EA73FE362B}"/>
              </a:ext>
            </a:extLst>
          </p:cNvPr>
          <p:cNvSpPr txBox="1"/>
          <p:nvPr/>
        </p:nvSpPr>
        <p:spPr>
          <a:xfrm>
            <a:off x="3796834" y="3784551"/>
            <a:ext cx="196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dashboard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폴더 복사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3FB1D-CA9F-B79F-B730-209650AF47A8}"/>
              </a:ext>
            </a:extLst>
          </p:cNvPr>
          <p:cNvSpPr txBox="1"/>
          <p:nvPr/>
        </p:nvSpPr>
        <p:spPr>
          <a:xfrm>
            <a:off x="7376354" y="3871604"/>
            <a:ext cx="1746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이름 바꾸기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774495-BC74-A0A7-2E0A-BC7894C1A6E8}"/>
              </a:ext>
            </a:extLst>
          </p:cNvPr>
          <p:cNvSpPr/>
          <p:nvPr/>
        </p:nvSpPr>
        <p:spPr>
          <a:xfrm>
            <a:off x="2091210" y="5005177"/>
            <a:ext cx="7333673" cy="11070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Base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폴더는 지금 사용하지 않습니다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marL="0" indent="0" algn="ctr">
              <a:buNone/>
            </a:pP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현업에서 다른 앱을 개발할 때 사용하시면 됩니다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46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9A1DB-74F1-380E-1E29-5019F62A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클로드</a:t>
            </a:r>
            <a:r>
              <a:rPr lang="ko-KR" altLang="en-US" dirty="0"/>
              <a:t> 개발 세션 다시 시작하기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1C3CBF-2DB0-50CD-3856-FA93F279A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CLAUDE.md</a:t>
            </a:r>
            <a:r>
              <a:rPr lang="ko-KR" altLang="en-US" dirty="0"/>
              <a:t>와 더불어 지금까지 작업한 </a:t>
            </a:r>
            <a:r>
              <a:rPr lang="en-US" altLang="ko-KR" dirty="0"/>
              <a:t>context</a:t>
            </a:r>
            <a:r>
              <a:rPr lang="ko-KR" altLang="en-US" dirty="0"/>
              <a:t>를 초기화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앞으로 본격적으로 </a:t>
            </a:r>
            <a:r>
              <a:rPr lang="en-US" altLang="ko-KR" dirty="0"/>
              <a:t>Dashboard</a:t>
            </a:r>
            <a:r>
              <a:rPr lang="ko-KR" altLang="en-US" dirty="0"/>
              <a:t>를 개발할 예정이다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C9209F-7D89-1F43-8CC7-3090032E9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2" y="2937162"/>
            <a:ext cx="5676760" cy="3084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2E9FED-287A-EE86-E4E4-80F2EF8AED70}"/>
              </a:ext>
            </a:extLst>
          </p:cNvPr>
          <p:cNvSpPr txBox="1"/>
          <p:nvPr/>
        </p:nvSpPr>
        <p:spPr>
          <a:xfrm>
            <a:off x="1569067" y="4727355"/>
            <a:ext cx="74121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ko-KR" sz="20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/clear</a:t>
            </a:r>
          </a:p>
        </p:txBody>
      </p:sp>
    </p:spTree>
    <p:extLst>
      <p:ext uri="{BB962C8B-B14F-4D97-AF65-F5344CB8AC3E}">
        <p14:creationId xmlns:p14="http://schemas.microsoft.com/office/powerpoint/2010/main" val="1322623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8C60F-94E0-E361-3B86-5F5C16CC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A687D8C-4C5B-9969-7042-864E0BD80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532" y="2738057"/>
            <a:ext cx="10515600" cy="953324"/>
          </a:xfrm>
        </p:spPr>
        <p:txBody>
          <a:bodyPr>
            <a:noAutofit/>
          </a:bodyPr>
          <a:lstStyle/>
          <a:p>
            <a:r>
              <a:rPr lang="ko-KR" altLang="en-US" sz="3200" dirty="0"/>
              <a:t>실전</a:t>
            </a:r>
            <a:r>
              <a:rPr lang="en-US" altLang="ko-KR" sz="3200" dirty="0"/>
              <a:t>! </a:t>
            </a:r>
            <a:br>
              <a:rPr lang="en-US" altLang="ko-KR" sz="3200" dirty="0"/>
            </a:br>
            <a:r>
              <a:rPr lang="ko-KR" altLang="en-US" sz="3200" dirty="0">
                <a:solidFill>
                  <a:srgbClr val="FF0000"/>
                </a:solidFill>
              </a:rPr>
              <a:t>예산품의서 분석 </a:t>
            </a:r>
            <a:r>
              <a:rPr lang="en-US" altLang="ko-KR" sz="3200" dirty="0">
                <a:solidFill>
                  <a:srgbClr val="FF0000"/>
                </a:solidFill>
              </a:rPr>
              <a:t>Dashboard </a:t>
            </a:r>
            <a:r>
              <a:rPr lang="ko-KR" altLang="en-US" sz="3200" dirty="0">
                <a:solidFill>
                  <a:srgbClr val="FF0000"/>
                </a:solidFill>
              </a:rPr>
              <a:t>개발 준비하기</a:t>
            </a:r>
            <a:br>
              <a:rPr lang="en-US" altLang="ko-KR" sz="3200" dirty="0">
                <a:solidFill>
                  <a:srgbClr val="FF0000"/>
                </a:solidFill>
              </a:rPr>
            </a:br>
            <a:endParaRPr lang="ko-KR" altLang="en-US" sz="32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68B3D9F-DD44-8A66-77A2-6B8CA7434C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03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1388BD-C760-ADC5-F94D-09B4523FF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691" y="4010206"/>
            <a:ext cx="10147994" cy="33716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20919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39DA4-FBD6-70F4-D337-1B0660B1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제작할 </a:t>
            </a:r>
            <a:r>
              <a:rPr lang="en-US" altLang="ko-KR" dirty="0"/>
              <a:t>SW </a:t>
            </a:r>
            <a:r>
              <a:rPr lang="ko-KR" altLang="en-US" dirty="0"/>
              <a:t>예시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0B113E-8F3D-A382-D206-BF051C1C2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0159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1. API Key</a:t>
            </a:r>
            <a:r>
              <a:rPr lang="ko-KR" altLang="en-US" sz="2000" dirty="0"/>
              <a:t> 사용자 입력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예산품의서 업로드</a:t>
            </a:r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정보 </a:t>
            </a:r>
            <a:r>
              <a:rPr lang="en-US" altLang="ko-KR" sz="2000" dirty="0"/>
              <a:t>Dashboard </a:t>
            </a:r>
            <a:r>
              <a:rPr lang="ko-KR" altLang="en-US" sz="2000" dirty="0"/>
              <a:t>확인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예산 내용에 대한 </a:t>
            </a:r>
            <a:br>
              <a:rPr lang="en-US" altLang="ko-KR" sz="2000" dirty="0"/>
            </a:br>
            <a:r>
              <a:rPr lang="en-US" altLang="ko-KR" sz="2000" dirty="0"/>
              <a:t>   </a:t>
            </a:r>
            <a:r>
              <a:rPr lang="ko-KR" altLang="en-US" sz="2000" dirty="0"/>
              <a:t>대화가능한 </a:t>
            </a:r>
            <a:r>
              <a:rPr lang="ko-KR" altLang="en-US" sz="2000" dirty="0" err="1"/>
              <a:t>챗봇</a:t>
            </a:r>
            <a:r>
              <a:rPr lang="ko-KR" altLang="en-US" sz="2000" dirty="0"/>
              <a:t> 개발</a:t>
            </a:r>
          </a:p>
        </p:txBody>
      </p:sp>
      <p:pic>
        <p:nvPicPr>
          <p:cNvPr id="4" name="차량리포트_v1 (360p)">
            <a:hlinkClick r:id="" action="ppaction://media"/>
            <a:extLst>
              <a:ext uri="{FF2B5EF4-FFF2-40B4-BE49-F238E27FC236}">
                <a16:creationId xmlns:a16="http://schemas.microsoft.com/office/drawing/2014/main" id="{9525DCC2-964C-DFD3-4D24-5D5F41A22A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65407" y="1035578"/>
            <a:ext cx="8262445" cy="55287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293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0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65EED-BC9B-C8A9-7EB1-03D25669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데이터 다운로드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9202CD-18D9-E807-FA76-7BF2CE351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85022"/>
          </a:xfrm>
        </p:spPr>
        <p:txBody>
          <a:bodyPr/>
          <a:lstStyle/>
          <a:p>
            <a:r>
              <a:rPr lang="ko-KR" altLang="en-US" dirty="0"/>
              <a:t>기존에 제작한 것이 있다면 그대로 사용</a:t>
            </a:r>
            <a:endParaRPr lang="en-US" altLang="ko-KR" dirty="0"/>
          </a:p>
          <a:p>
            <a:pPr lvl="1"/>
            <a:r>
              <a:rPr lang="ko-KR" altLang="en-US" dirty="0"/>
              <a:t>없는 경우 아래 경로에서 다운로드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https://pro.mincoding.co.kr/public/upload/</a:t>
            </a:r>
            <a:r>
              <a:rPr lang="en-US" altLang="ko-KR" dirty="0">
                <a:hlinkClick r:id="rId3"/>
              </a:rPr>
              <a:t>ddyljfozcj</a:t>
            </a:r>
            <a:r>
              <a:rPr lang="en-US" altLang="ko-KR" dirty="0">
                <a:hlinkClick r:id="rId4"/>
              </a:rPr>
              <a:t>.zip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87C947-B24B-6545-790B-CA46080E9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730" y="2632958"/>
            <a:ext cx="1926469" cy="3242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141036D-E1CA-84CE-446A-9C19E6FEB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837" y="2527122"/>
            <a:ext cx="2637551" cy="3736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256222-84F1-99ED-6478-D9C8CD3A1F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189" y="2500499"/>
            <a:ext cx="2637551" cy="37679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6654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901A-5453-8AFA-5CFE-91AA0703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2F93A-EE9D-0448-C741-2799962B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기본 내용 작성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FFC117-3CBB-02D1-7BBF-B0278D8FE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300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클로드에게</a:t>
            </a:r>
            <a:r>
              <a:rPr lang="ko-KR" altLang="en-US" dirty="0"/>
              <a:t> 목적을 알림</a:t>
            </a: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CLAUDE.md</a:t>
            </a:r>
            <a:r>
              <a:rPr lang="ko-KR" altLang="en-US" dirty="0"/>
              <a:t>에는 프로젝트의 목적을 적어준다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03000C-533D-2E81-E465-C0C315F1BC6D}"/>
              </a:ext>
            </a:extLst>
          </p:cNvPr>
          <p:cNvGrpSpPr/>
          <p:nvPr/>
        </p:nvGrpSpPr>
        <p:grpSpPr>
          <a:xfrm>
            <a:off x="405888" y="2777066"/>
            <a:ext cx="5446967" cy="3038834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4C2E027-8315-1EAA-4ED2-C3AC332A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251D7AF-F49F-12C0-B749-40648DC7C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985504C-846D-68DF-6ABD-7040B007C288}"/>
              </a:ext>
            </a:extLst>
          </p:cNvPr>
          <p:cNvSpPr txBox="1"/>
          <p:nvPr/>
        </p:nvSpPr>
        <p:spPr>
          <a:xfrm>
            <a:off x="600075" y="3829123"/>
            <a:ext cx="48727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생성하고 프로젝트 목적을 기입해줘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---</a:t>
            </a:r>
          </a:p>
          <a:p>
            <a:pPr lvl="1" algn="ctr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예산품의서 PDF 들을 불러와서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모두 분석한 후 요약해주기도 하고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</a:p>
          <a:p>
            <a:pPr lvl="1" algn="ctr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Detail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하게 내용을 살펴 볼 수 있기도 한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 algn="ctr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멋진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Dashboard +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챗봇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Web App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이야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43768-B9AC-19CA-6BB3-03A39A3852CC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110881-61DE-DC79-5E6A-6B8227F51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908" y="2342456"/>
            <a:ext cx="4410691" cy="34675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3096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0306-BCCE-02BF-6C6F-A720D21F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9F848-A772-E405-617B-0CAF63BF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에 </a:t>
            </a:r>
            <a:r>
              <a:rPr lang="en-US" altLang="ko-KR"/>
              <a:t>Rule </a:t>
            </a:r>
            <a:r>
              <a:rPr lang="ko-KR" altLang="en-US"/>
              <a:t>추가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210B1-B1E6-2553-64EB-2E5432323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20902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6. </a:t>
            </a:r>
            <a:r>
              <a:rPr lang="ko-KR" altLang="en-US"/>
              <a:t>클로드에 </a:t>
            </a:r>
            <a:r>
              <a:rPr lang="en-US" altLang="ko-KR"/>
              <a:t>Rule </a:t>
            </a:r>
            <a:r>
              <a:rPr lang="ko-KR" altLang="en-US"/>
              <a:t>추가</a:t>
            </a:r>
            <a:endParaRPr lang="en-US" altLang="ko-KR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/>
              <a:t>CLAUDE.md</a:t>
            </a:r>
            <a:r>
              <a:rPr lang="ko-KR" altLang="en-US"/>
              <a:t>에게 주의사항을 알려준다</a:t>
            </a:r>
            <a:r>
              <a:rPr lang="en-US" altLang="ko-KR"/>
              <a:t>. 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b="1">
                <a:solidFill>
                  <a:schemeClr val="accent2"/>
                </a:solidFill>
              </a:rPr>
              <a:t>이 교재는 비개발자를 가정하고 만들어졌습니다</a:t>
            </a:r>
            <a:r>
              <a:rPr lang="en-US" altLang="ko-KR" b="1">
                <a:solidFill>
                  <a:schemeClr val="accent2"/>
                </a:solidFill>
              </a:rPr>
              <a:t>. </a:t>
            </a:r>
            <a:br>
              <a:rPr lang="en-US" altLang="ko-KR" b="1">
                <a:solidFill>
                  <a:schemeClr val="accent2"/>
                </a:solidFill>
              </a:rPr>
            </a:br>
            <a:r>
              <a:rPr lang="ko-KR" altLang="en-US" b="1">
                <a:solidFill>
                  <a:srgbClr val="FF0000"/>
                </a:solidFill>
              </a:rPr>
              <a:t>빠른 실습을 위해</a:t>
            </a:r>
            <a:r>
              <a:rPr lang="en-US" altLang="ko-KR" b="1">
                <a:solidFill>
                  <a:srgbClr val="FF0000"/>
                </a:solidFill>
              </a:rPr>
              <a:t>, </a:t>
            </a:r>
            <a:r>
              <a:rPr lang="ko-KR" altLang="en-US" b="1">
                <a:solidFill>
                  <a:srgbClr val="FF0000"/>
                </a:solidFill>
              </a:rPr>
              <a:t>개발자 분들도 비개발자용으로 선택하여 실습 부탁드립니다</a:t>
            </a:r>
            <a:r>
              <a:rPr lang="en-US" altLang="ko-KR" b="1">
                <a:solidFill>
                  <a:srgbClr val="FF0000"/>
                </a:solidFill>
              </a:rPr>
              <a:t>.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006A84-2BD2-FD79-5F98-57A9C6708E0A}"/>
              </a:ext>
            </a:extLst>
          </p:cNvPr>
          <p:cNvGrpSpPr/>
          <p:nvPr/>
        </p:nvGrpSpPr>
        <p:grpSpPr>
          <a:xfrm>
            <a:off x="541895" y="3547134"/>
            <a:ext cx="4881729" cy="2723491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9C3CF02-CBF3-26D4-D60A-B70558AF7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DC77F29-37D3-E03F-E2BF-C2048017E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CECAAFC-67D7-9AAB-D077-A6319994A79D}"/>
              </a:ext>
            </a:extLst>
          </p:cNvPr>
          <p:cNvSpPr txBox="1"/>
          <p:nvPr/>
        </p:nvSpPr>
        <p:spPr>
          <a:xfrm>
            <a:off x="957766" y="4696693"/>
            <a:ext cx="48727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Rule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하나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추가할게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---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나는 비 개발자이므로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내가 모호하게 시켜도 내 의도를 파악해서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질문하지 말고 알아서 파악해줘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17AA1D-3770-BEBD-A422-DCA3EB203821}"/>
              </a:ext>
            </a:extLst>
          </p:cNvPr>
          <p:cNvGrpSpPr/>
          <p:nvPr/>
        </p:nvGrpSpPr>
        <p:grpSpPr>
          <a:xfrm>
            <a:off x="6548992" y="3563162"/>
            <a:ext cx="4716994" cy="2631586"/>
            <a:chOff x="600075" y="2582332"/>
            <a:chExt cx="5517017" cy="307791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FC169CF-B9DC-CDD7-E0D0-C59FDCC79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01C762C-94BE-4E20-5997-42B3AA6C2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956F7C3-AC53-F26D-EE5F-81F31AE14117}"/>
              </a:ext>
            </a:extLst>
          </p:cNvPr>
          <p:cNvSpPr txBox="1"/>
          <p:nvPr/>
        </p:nvSpPr>
        <p:spPr>
          <a:xfrm>
            <a:off x="6548992" y="4723162"/>
            <a:ext cx="48727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Rule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하나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추가할게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---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내가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시킨것에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대해 모호한 경우  스스로 해석하지 말아주고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모호한 질문은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 내게 다시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확실하게될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때까지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물어봐줘</a:t>
            </a:r>
            <a:endParaRPr lang="ko-KR" altLang="en-US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CFB581A-95F9-98A3-756E-FCB6ADE651C6}"/>
              </a:ext>
            </a:extLst>
          </p:cNvPr>
          <p:cNvCxnSpPr>
            <a:cxnSpLocks/>
          </p:cNvCxnSpPr>
          <p:nvPr/>
        </p:nvCxnSpPr>
        <p:spPr>
          <a:xfrm>
            <a:off x="6096000" y="3605419"/>
            <a:ext cx="0" cy="28270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E805DAB-3589-33B6-9972-B5B8D3A968E3}"/>
              </a:ext>
            </a:extLst>
          </p:cNvPr>
          <p:cNvSpPr txBox="1"/>
          <p:nvPr/>
        </p:nvSpPr>
        <p:spPr>
          <a:xfrm>
            <a:off x="1765760" y="2941535"/>
            <a:ext cx="4040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선택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1. </a:t>
            </a:r>
            <a:r>
              <a:rPr lang="ko-KR" altLang="en-US" b="1" dirty="0">
                <a:solidFill>
                  <a:schemeClr val="accent2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비개발자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DC607D-7A03-6AF8-19F8-8BC9CB80A065}"/>
              </a:ext>
            </a:extLst>
          </p:cNvPr>
          <p:cNvSpPr txBox="1"/>
          <p:nvPr/>
        </p:nvSpPr>
        <p:spPr>
          <a:xfrm>
            <a:off x="7806845" y="3167361"/>
            <a:ext cx="4040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선택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2. </a:t>
            </a:r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147C1-12BC-1AC8-30A4-7DC31C2D5021}"/>
              </a:ext>
            </a:extLst>
          </p:cNvPr>
          <p:cNvSpPr txBox="1"/>
          <p:nvPr/>
        </p:nvSpPr>
        <p:spPr>
          <a:xfrm>
            <a:off x="4784704" y="2772334"/>
            <a:ext cx="4040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선택</a:t>
            </a:r>
            <a:r>
              <a:rPr lang="en-US" altLang="ko-KR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하세요</a:t>
            </a:r>
            <a:r>
              <a:rPr lang="en-US" altLang="ko-KR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!</a:t>
            </a:r>
            <a:endParaRPr lang="ko-KR" altLang="en-US" sz="32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F84BFEFE-95EC-D65F-1518-A1A7B22FCE5E}"/>
              </a:ext>
            </a:extLst>
          </p:cNvPr>
          <p:cNvSpPr/>
          <p:nvPr/>
        </p:nvSpPr>
        <p:spPr>
          <a:xfrm>
            <a:off x="767002" y="2767152"/>
            <a:ext cx="1091533" cy="108742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7051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8E3C0-F156-2103-A534-AF6447D7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ED346AF-2684-8F5C-29B6-4C60739D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기획서 작성하기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0F8130B-8995-901D-335D-88551C8FCD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04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805951-FE6B-55C3-176D-A4F4F5F79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1695541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6CE4-4015-35F4-BE64-CAB5EFCE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5FD8B-AA71-8394-9D13-E733C201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기획서 생성 및 초안 작성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94F82-847F-6CFF-7E8D-A260AD99CF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7. </a:t>
            </a:r>
            <a:r>
              <a:rPr lang="ko-KR" altLang="en-US" dirty="0"/>
              <a:t>기획서</a:t>
            </a:r>
            <a:r>
              <a:rPr lang="en-US" altLang="ko-KR" dirty="0"/>
              <a:t> </a:t>
            </a:r>
            <a:r>
              <a:rPr lang="ko-KR" altLang="en-US" dirty="0"/>
              <a:t>작성 준비</a:t>
            </a:r>
            <a:endParaRPr lang="en-US" altLang="ko-KR" dirty="0"/>
          </a:p>
          <a:p>
            <a:pPr lvl="1"/>
            <a:r>
              <a:rPr lang="ko-KR" altLang="en-US" dirty="0"/>
              <a:t>기획서는 고객 입장에서 어떤 프로그램을 원하는지를 작성할 것이다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CLAUDE.md</a:t>
            </a:r>
            <a:r>
              <a:rPr lang="ko-KR" altLang="en-US" dirty="0"/>
              <a:t>에 기획서</a:t>
            </a:r>
            <a:r>
              <a:rPr lang="en-US" altLang="ko-KR" dirty="0"/>
              <a:t> </a:t>
            </a:r>
            <a:r>
              <a:rPr lang="ko-KR" altLang="en-US" dirty="0"/>
              <a:t>문서의 경로 언급을 통해</a:t>
            </a:r>
            <a:r>
              <a:rPr lang="en-US" altLang="ko-KR" dirty="0"/>
              <a:t>, </a:t>
            </a:r>
            <a:r>
              <a:rPr lang="ko-KR" altLang="en-US" dirty="0" err="1"/>
              <a:t>클로드</a:t>
            </a:r>
            <a:r>
              <a:rPr lang="ko-KR" altLang="en-US" dirty="0"/>
              <a:t> 코드가 이 문서를 필요시 참조한다</a:t>
            </a:r>
            <a:r>
              <a:rPr lang="en-US" altLang="ko-KR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EF83309-3639-E75B-CC8F-04397C3CF365}"/>
              </a:ext>
            </a:extLst>
          </p:cNvPr>
          <p:cNvGrpSpPr/>
          <p:nvPr/>
        </p:nvGrpSpPr>
        <p:grpSpPr>
          <a:xfrm>
            <a:off x="1806850" y="2605732"/>
            <a:ext cx="5406362" cy="3016181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A77447E-F915-016C-C57C-D303D3CE6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0211683-225B-1414-C1A4-7049042A7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A1C7F6-8000-720A-9A8C-7A03D88007A3}"/>
              </a:ext>
            </a:extLst>
          </p:cNvPr>
          <p:cNvSpPr txBox="1"/>
          <p:nvPr/>
        </p:nvSpPr>
        <p:spPr>
          <a:xfrm>
            <a:off x="2224413" y="3658029"/>
            <a:ext cx="45632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docs/PROPOSAL.md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빈 파일로 만들어줘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여기에는 개발자가 아닌 사용자 입장에서 프로그램의 요구사항을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기입할꺼야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그리고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이 파일에 대해 명시해줘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58C064-94DA-5F65-17C0-1DB37DC1E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59" y="2617276"/>
            <a:ext cx="2774426" cy="30161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909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45C7D-81F9-6583-9563-832929F6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EA17C-AFE0-6C5D-ACA8-DA507C76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기획서 생성 및 초안 작성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140A60-2D3C-432A-5A65-FCA638C33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783" y="1081015"/>
            <a:ext cx="11039475" cy="25083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8. </a:t>
            </a:r>
            <a:r>
              <a:rPr lang="ko-KR" altLang="en-US" dirty="0"/>
              <a:t>기획서</a:t>
            </a:r>
            <a:r>
              <a:rPr lang="en-US" altLang="ko-KR" dirty="0"/>
              <a:t> </a:t>
            </a:r>
            <a:r>
              <a:rPr lang="ko-KR" altLang="en-US" dirty="0"/>
              <a:t>초안 작성</a:t>
            </a:r>
            <a:endParaRPr lang="en-US" altLang="ko-KR" dirty="0"/>
          </a:p>
          <a:p>
            <a:pPr lvl="1"/>
            <a:r>
              <a:rPr lang="ko-KR" altLang="en-US" dirty="0"/>
              <a:t>개발적인 지식이 </a:t>
            </a:r>
            <a:endParaRPr lang="en-US" altLang="ko-KR" dirty="0"/>
          </a:p>
          <a:p>
            <a:pPr lvl="1"/>
            <a:r>
              <a:rPr lang="ko-KR" altLang="en-US" dirty="0"/>
              <a:t>들어가면 안된다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고객 입장에서</a:t>
            </a:r>
            <a:endParaRPr lang="en-US" altLang="ko-KR" dirty="0"/>
          </a:p>
          <a:p>
            <a:pPr lvl="1"/>
            <a:r>
              <a:rPr lang="ko-KR" altLang="en-US" dirty="0"/>
              <a:t>어떤 프로그램을</a:t>
            </a:r>
            <a:endParaRPr lang="en-US" altLang="ko-KR" dirty="0"/>
          </a:p>
          <a:p>
            <a:pPr lvl="1"/>
            <a:r>
              <a:rPr lang="ko-KR" altLang="en-US" dirty="0"/>
              <a:t>원하는지를</a:t>
            </a:r>
            <a:endParaRPr lang="en-US" altLang="ko-KR" dirty="0"/>
          </a:p>
          <a:p>
            <a:pPr lvl="1"/>
            <a:r>
              <a:rPr lang="ko-KR" altLang="en-US" dirty="0"/>
              <a:t>작성한다</a:t>
            </a:r>
            <a:r>
              <a:rPr lang="en-US" altLang="ko-KR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D81719-6FBD-9C85-4A1D-3C424B3FDDBC}"/>
              </a:ext>
            </a:extLst>
          </p:cNvPr>
          <p:cNvGrpSpPr/>
          <p:nvPr/>
        </p:nvGrpSpPr>
        <p:grpSpPr>
          <a:xfrm>
            <a:off x="3251621" y="1081015"/>
            <a:ext cx="8537887" cy="4763242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659BC90-F2A2-9775-1117-EA41B8114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ECC8E19-08EE-2A61-7D81-1E7B3E39F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BE2DBB1-EAC2-169F-9CD8-FFDA7D6CDFFE}"/>
              </a:ext>
            </a:extLst>
          </p:cNvPr>
          <p:cNvSpPr txBox="1"/>
          <p:nvPr/>
        </p:nvSpPr>
        <p:spPr>
          <a:xfrm>
            <a:off x="3251621" y="1569810"/>
            <a:ext cx="81046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docs/PROPOSAL.md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다음 요구사항을 적어줘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---</a:t>
            </a: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먼저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 API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키 테스트를 수행하고 성공시에 본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App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화면이 나온다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2. 예산품의서 PDF 파일들을 여러개 한꺼번에 선택해서 불러온다. Claude API를 사용하여 PDF 파일 하나씩 분석하여 Text 내용을 정리해둔다.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3. 각 품의서 마다 정리된 Text 내용들을 하나로 모으고, 이렇게 수집한 내용을 사용자가 확인이 가능하다.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4.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분석이 끝나면 전체 요약이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Page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보여진다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설명과 표 형태로 전체 데이터를 설명해준다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Dashboard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탭을 누르면 분석결과에 어울리는 멋진 차트와 데이터가 보여진다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5.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화면 한쪽에는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챗봇이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있어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사람이 데이터를 보면서 채팅을 할 수 있다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챗봇은 예산 집행 데이터를 이해하고 있어 대화가 가능하다.</a:t>
            </a:r>
          </a:p>
        </p:txBody>
      </p:sp>
    </p:spTree>
    <p:extLst>
      <p:ext uri="{BB962C8B-B14F-4D97-AF65-F5344CB8AC3E}">
        <p14:creationId xmlns:p14="http://schemas.microsoft.com/office/powerpoint/2010/main" val="753594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F083-B612-C9DC-5A6C-472C62E1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27746-3C87-3B4A-0C4A-5BAF7120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세부 </a:t>
            </a:r>
            <a:r>
              <a:rPr lang="en-US" altLang="ko-KR" dirty="0"/>
              <a:t>Specification </a:t>
            </a:r>
            <a:r>
              <a:rPr lang="ko-KR" altLang="en-US" dirty="0"/>
              <a:t>생성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28BBC06-56ED-FF33-8FF0-7722B8C6A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05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577D7-C97D-BE2C-6B2B-40A1963DD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771571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DD68-3C87-4CE6-1E96-62C6AFC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3CA42-20C3-2BC0-548A-EE1C48C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기준이 필요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20A9BA-181F-24EF-BF76-176D65772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20902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/>
              <a:t>Specification </a:t>
            </a:r>
            <a:r>
              <a:rPr lang="ko-KR" altLang="en-US" b="1"/>
              <a:t>문서 </a:t>
            </a:r>
            <a:r>
              <a:rPr lang="en-US" altLang="ko-KR" b="1"/>
              <a:t>(</a:t>
            </a:r>
            <a:r>
              <a:rPr lang="ko-KR" altLang="en-US" b="1"/>
              <a:t>스펙 문서</a:t>
            </a:r>
            <a:r>
              <a:rPr lang="en-US" altLang="ko-KR" b="1"/>
              <a:t>)</a:t>
            </a:r>
          </a:p>
          <a:p>
            <a:pPr lvl="1"/>
            <a:r>
              <a:rPr lang="ko-KR" altLang="en-US"/>
              <a:t>요구사항 문서 보다</a:t>
            </a:r>
            <a:r>
              <a:rPr lang="en-US" altLang="ko-KR"/>
              <a:t>, </a:t>
            </a:r>
            <a:r>
              <a:rPr lang="ko-KR" altLang="en-US"/>
              <a:t>더 정확하게</a:t>
            </a:r>
            <a:r>
              <a:rPr lang="en-US" altLang="ko-KR"/>
              <a:t>? </a:t>
            </a:r>
            <a:r>
              <a:rPr lang="ko-KR" altLang="en-US"/>
              <a:t>어떻게</a:t>
            </a:r>
            <a:r>
              <a:rPr lang="en-US" altLang="ko-KR"/>
              <a:t>? </a:t>
            </a:r>
            <a:r>
              <a:rPr lang="ko-KR" altLang="en-US"/>
              <a:t>동작되는지 </a:t>
            </a:r>
            <a:br>
              <a:rPr lang="en-US" altLang="ko-KR"/>
            </a:br>
            <a:r>
              <a:rPr lang="ko-KR" altLang="en-US">
                <a:solidFill>
                  <a:srgbClr val="FF0000"/>
                </a:solidFill>
              </a:rPr>
              <a:t>세세한 기준을 정리하는 문서</a:t>
            </a:r>
            <a:endParaRPr lang="en-US" altLang="ko-KR">
              <a:solidFill>
                <a:srgbClr val="FF0000"/>
              </a:solidFill>
            </a:endParaRPr>
          </a:p>
          <a:p>
            <a:pPr lvl="1"/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415B6-FEA7-B572-580E-84D09774DFBB}"/>
              </a:ext>
            </a:extLst>
          </p:cNvPr>
          <p:cNvSpPr txBox="1"/>
          <p:nvPr/>
        </p:nvSpPr>
        <p:spPr>
          <a:xfrm>
            <a:off x="2382709" y="5292959"/>
            <a:ext cx="377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PRD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문서 예시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6E938-837A-242C-868C-2C24AD56963F}"/>
              </a:ext>
            </a:extLst>
          </p:cNvPr>
          <p:cNvSpPr txBox="1"/>
          <p:nvPr/>
        </p:nvSpPr>
        <p:spPr>
          <a:xfrm>
            <a:off x="7464055" y="5292959"/>
            <a:ext cx="2949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Spec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문서 예시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0773686-60C9-7D33-FE12-B7E67CBAC6A0}"/>
              </a:ext>
            </a:extLst>
          </p:cNvPr>
          <p:cNvCxnSpPr>
            <a:cxnSpLocks/>
          </p:cNvCxnSpPr>
          <p:nvPr/>
        </p:nvCxnSpPr>
        <p:spPr>
          <a:xfrm>
            <a:off x="5316278" y="2399921"/>
            <a:ext cx="0" cy="34479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미세SD 카드를 꺼내서 그 작은 상징과 숫자들이 실제로 무엇을 의미하는지 궁금해 본 적이 있나요? 여기서 MicroSD 카드의 라벨에  인쇄된 사양을 읽는 방법을 알려드립니다 😎👇 https://study-notes.org 에서 기술 관련 인포그래픽이 포함된 고해상도  PDF">
            <a:extLst>
              <a:ext uri="{FF2B5EF4-FFF2-40B4-BE49-F238E27FC236}">
                <a16:creationId xmlns:a16="http://schemas.microsoft.com/office/drawing/2014/main" id="{5574CB15-C8D1-9E4C-9DC6-86834260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60" y="2399921"/>
            <a:ext cx="2525878" cy="25258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7E4089E-937E-BEF0-D269-DAD5785DF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719" y="2044638"/>
            <a:ext cx="2323750" cy="2967365"/>
          </a:xfrm>
          <a:prstGeom prst="rect">
            <a:avLst/>
          </a:prstGeom>
        </p:spPr>
      </p:pic>
      <p:pic>
        <p:nvPicPr>
          <p:cNvPr id="15" name="그림 14" descr="IT애정남] PDF 편집도구, 유료와 무료 프로그램의 차이는?｜동아일보">
            <a:extLst>
              <a:ext uri="{FF2B5EF4-FFF2-40B4-BE49-F238E27FC236}">
                <a16:creationId xmlns:a16="http://schemas.microsoft.com/office/drawing/2014/main" id="{CB7C0526-DDAA-6ADD-F983-543FCFBAF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553" y="4272641"/>
            <a:ext cx="1119924" cy="1119924"/>
          </a:xfrm>
          <a:prstGeom prst="rect">
            <a:avLst/>
          </a:prstGeom>
        </p:spPr>
      </p:pic>
      <p:pic>
        <p:nvPicPr>
          <p:cNvPr id="22" name="그림 21" descr="파일 빈 문서 아이콘">
            <a:extLst>
              <a:ext uri="{FF2B5EF4-FFF2-40B4-BE49-F238E27FC236}">
                <a16:creationId xmlns:a16="http://schemas.microsoft.com/office/drawing/2014/main" id="{73F09AB1-5907-7195-4EF3-B3DAF683C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854" y="2694085"/>
            <a:ext cx="2304763" cy="230476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F5BB7FF-29A7-C678-E78B-027F8493E83E}"/>
              </a:ext>
            </a:extLst>
          </p:cNvPr>
          <p:cNvSpPr txBox="1"/>
          <p:nvPr/>
        </p:nvSpPr>
        <p:spPr>
          <a:xfrm>
            <a:off x="2658140" y="3407283"/>
            <a:ext cx="3232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저장되는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메모리를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만들고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싶어요</a:t>
            </a:r>
          </a:p>
        </p:txBody>
      </p:sp>
    </p:spTree>
    <p:extLst>
      <p:ext uri="{BB962C8B-B14F-4D97-AF65-F5344CB8AC3E}">
        <p14:creationId xmlns:p14="http://schemas.microsoft.com/office/powerpoint/2010/main" val="2764124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48CA3-4F18-6162-8987-8D67FE8A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프로젝트에서 필요한 </a:t>
            </a:r>
            <a:r>
              <a:rPr lang="en-US" altLang="ko-KR" dirty="0"/>
              <a:t>Spec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013349-DFB6-8389-0732-19305F4F79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56809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프로젝트에서 필요한 </a:t>
            </a:r>
            <a:r>
              <a:rPr lang="en-US" altLang="ko-KR"/>
              <a:t>Spec</a:t>
            </a:r>
          </a:p>
          <a:p>
            <a:pPr marL="0" indent="0">
              <a:buNone/>
            </a:pPr>
            <a:r>
              <a:rPr lang="en-US" altLang="ko-KR"/>
              <a:t>	- 예산 집행 현황을 어떤 기준으로 집계하고, 무엇을 Dashboard에 보여줄지</a:t>
            </a:r>
            <a:endParaRPr lang="en-US" altLang="ko-KR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b="1">
                <a:solidFill>
                  <a:srgbClr val="FF0000"/>
                </a:solidFill>
              </a:rPr>
              <a:t>	  </a:t>
            </a:r>
            <a:r>
              <a:rPr lang="ko-KR" altLang="en-US" b="1">
                <a:solidFill>
                  <a:srgbClr val="FF0000"/>
                </a:solidFill>
              </a:rPr>
              <a:t>명확한 지시가 필요하다</a:t>
            </a:r>
            <a:r>
              <a:rPr lang="en-US" altLang="ko-KR" b="1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6AFC94-D0B5-AEC8-BB64-FDBB8D537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120" y="2849364"/>
            <a:ext cx="4510922" cy="372151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DEE642-90AE-183E-7FAD-FDAACCC00FB1}"/>
              </a:ext>
            </a:extLst>
          </p:cNvPr>
          <p:cNvSpPr/>
          <p:nvPr/>
        </p:nvSpPr>
        <p:spPr>
          <a:xfrm>
            <a:off x="6108818" y="4323729"/>
            <a:ext cx="2013224" cy="19208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3EB886-694E-0A02-4A88-7ED9A31F4EBE}"/>
              </a:ext>
            </a:extLst>
          </p:cNvPr>
          <p:cNvSpPr/>
          <p:nvPr/>
        </p:nvSpPr>
        <p:spPr>
          <a:xfrm>
            <a:off x="3778661" y="3559857"/>
            <a:ext cx="4510922" cy="6542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8B58F9-86BA-C1A0-1700-5818E909F523}"/>
              </a:ext>
            </a:extLst>
          </p:cNvPr>
          <p:cNvSpPr/>
          <p:nvPr/>
        </p:nvSpPr>
        <p:spPr>
          <a:xfrm>
            <a:off x="3778661" y="4323729"/>
            <a:ext cx="2013224" cy="19208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210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BFDA-D408-0BAD-AB2B-BB6F3077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EB491-B3A1-A9F4-389D-D53991390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에 목적 명시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594C2-14E1-AC39-EAEF-903BEFBDBB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9. </a:t>
            </a:r>
            <a:r>
              <a:rPr lang="ko-KR" altLang="en-US" dirty="0"/>
              <a:t>구체적인 기준을 세우는 </a:t>
            </a:r>
            <a:r>
              <a:rPr lang="en-US" altLang="ko-KR" dirty="0"/>
              <a:t>Spec </a:t>
            </a:r>
            <a:r>
              <a:rPr lang="ko-KR" altLang="en-US" dirty="0"/>
              <a:t>문서 생성</a:t>
            </a: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Spec </a:t>
            </a:r>
            <a:r>
              <a:rPr lang="ko-KR" altLang="en-US" dirty="0"/>
              <a:t>문서를 만들고</a:t>
            </a:r>
            <a:r>
              <a:rPr lang="en-US" altLang="ko-KR" dirty="0"/>
              <a:t>, </a:t>
            </a:r>
            <a:r>
              <a:rPr lang="ko-KR" altLang="en-US" dirty="0"/>
              <a:t>구체적인 기준을 수립할 준비를 하자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D8DD9DC-4268-01B5-93C6-08F4FAD3797E}"/>
              </a:ext>
            </a:extLst>
          </p:cNvPr>
          <p:cNvGrpSpPr/>
          <p:nvPr/>
        </p:nvGrpSpPr>
        <p:grpSpPr>
          <a:xfrm>
            <a:off x="2944932" y="2460658"/>
            <a:ext cx="5748217" cy="3206900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C293200-7E62-DA81-0B1B-7E2B75AA3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6B294B9-CE8E-8CA0-3B2D-E76012B2E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E35D550-5EE9-0CE1-0C1D-5998D28B72AF}"/>
              </a:ext>
            </a:extLst>
          </p:cNvPr>
          <p:cNvSpPr txBox="1"/>
          <p:nvPr/>
        </p:nvSpPr>
        <p:spPr>
          <a:xfrm>
            <a:off x="3810221" y="3575268"/>
            <a:ext cx="40176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docs/SPEC.md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빈 파일 만들어줘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파일은 품의서에서 어떤 정보를 추출하고 어떤 기준으로 집계할지, 그리고 Dashboard에 무슨차트를 보여주고 전체 UI Layout을 어떻게 보여줄지 구체적으로 적는 곳이야.</a:t>
            </a:r>
          </a:p>
          <a:p>
            <a:pPr lvl="1"/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에도 이 파일을 명시해줘</a:t>
            </a:r>
          </a:p>
        </p:txBody>
      </p:sp>
    </p:spTree>
    <p:extLst>
      <p:ext uri="{BB962C8B-B14F-4D97-AF65-F5344CB8AC3E}">
        <p14:creationId xmlns:p14="http://schemas.microsoft.com/office/powerpoint/2010/main" val="1499753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68DE5-01FC-49D2-0E47-21D5EDD9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 </a:t>
            </a:r>
            <a:r>
              <a:rPr lang="ko-KR" altLang="en-US" dirty="0"/>
              <a:t>작성 전 </a:t>
            </a:r>
            <a:r>
              <a:rPr lang="en-US" altLang="ko-KR" dirty="0"/>
              <a:t>Sample </a:t>
            </a:r>
            <a:r>
              <a:rPr lang="ko-KR" altLang="en-US" dirty="0"/>
              <a:t>파일 준비하기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DB35BC-70A5-5235-1147-AAB8FF11B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5680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10. 이미 만들어진 예산품의서 3개를 </a:t>
            </a:r>
          </a:p>
          <a:p>
            <a:pPr marL="0" indent="0">
              <a:buNone/>
            </a:pPr>
            <a:r>
              <a:rPr lang="en-US" altLang="ko-KR" dirty="0"/>
              <a:t>docs </a:t>
            </a:r>
            <a:r>
              <a:rPr lang="ko-KR" altLang="en-US" dirty="0"/>
              <a:t>폴더에 드래그를 통해 파일 복사를 </a:t>
            </a:r>
            <a:r>
              <a:rPr lang="ko-KR" altLang="en-US" dirty="0" err="1"/>
              <a:t>해두자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</a:rPr>
              <a:t>이후 파일명을 </a:t>
            </a:r>
            <a:r>
              <a:rPr lang="en-US" altLang="ko-KR" b="1" dirty="0">
                <a:solidFill>
                  <a:srgbClr val="FF0000"/>
                </a:solidFill>
              </a:rPr>
              <a:t>sample1 ~ 3.pdf </a:t>
            </a:r>
            <a:r>
              <a:rPr lang="ko-KR" altLang="en-US" b="1" dirty="0">
                <a:solidFill>
                  <a:srgbClr val="FF0000"/>
                </a:solidFill>
              </a:rPr>
              <a:t>로 변경한다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7CBE09-E86D-7A46-D6F1-D45FD256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43" y="3199563"/>
            <a:ext cx="7055213" cy="26925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DFFEDD-4AC5-9016-B113-F0DE699B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14" y="2855831"/>
            <a:ext cx="2152761" cy="3124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8304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F735-0CA4-97F0-C853-BC6C1A78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0EBAD-65F4-1742-8B5F-B107C7E8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에 목적 명시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1534A9-F784-7E62-F9F4-890816534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2090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11. </a:t>
            </a:r>
            <a:r>
              <a:rPr lang="ko-KR" altLang="en-US" dirty="0"/>
              <a:t>샘플을 </a:t>
            </a:r>
            <a:r>
              <a:rPr lang="ko-KR" altLang="en-US" dirty="0" err="1"/>
              <a:t>분석시켜</a:t>
            </a:r>
            <a:r>
              <a:rPr lang="en-US" altLang="ko-KR" dirty="0"/>
              <a:t>, AI</a:t>
            </a:r>
            <a:r>
              <a:rPr lang="ko-KR" altLang="en-US" dirty="0"/>
              <a:t>가 스스로 구체적 기준을 마련하도록 지시</a:t>
            </a: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도메인 지식이 있다면 초안 내용을 사람이 직접 작성할 수 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실습의 편리함을 위해 </a:t>
            </a:r>
            <a:r>
              <a:rPr lang="en-US" altLang="ko-KR" dirty="0"/>
              <a:t>AI</a:t>
            </a:r>
            <a:r>
              <a:rPr lang="ko-KR" altLang="en-US" dirty="0"/>
              <a:t>에게 구체적 기준을 모두 마련하라고 지시하자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8AC7957-709D-A1F1-1298-31AA6EDFA7D3}"/>
              </a:ext>
            </a:extLst>
          </p:cNvPr>
          <p:cNvGrpSpPr/>
          <p:nvPr/>
        </p:nvGrpSpPr>
        <p:grpSpPr>
          <a:xfrm>
            <a:off x="2699125" y="2355439"/>
            <a:ext cx="6171899" cy="3443270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FA37567-286B-76DB-4712-71B54DA76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80C1C26-5A85-F4A5-E79D-94543C20B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7493A85-FD02-4D4E-F43D-D664DFE7993D}"/>
              </a:ext>
            </a:extLst>
          </p:cNvPr>
          <p:cNvSpPr txBox="1"/>
          <p:nvPr/>
        </p:nvSpPr>
        <p:spPr>
          <a:xfrm>
            <a:off x="3436389" y="3699403"/>
            <a:ext cx="45193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내가 예산품의서 샘플 PDF파일 을 3개 줄테니까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너가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SPEC.md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문서 초안을 한번 작성해줘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@docs/sample1.pdf</a:t>
            </a: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@docs/sample2.pdf</a:t>
            </a:r>
          </a:p>
          <a:p>
            <a:pPr lvl="1"/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@docs/sample3.pdf</a:t>
            </a:r>
          </a:p>
          <a:p>
            <a:pPr lvl="1"/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그리고 내가 직접 작성할 부분도 </a:t>
            </a:r>
            <a:r>
              <a:rPr lang="en-US" altLang="ko-KR" sz="14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</a:t>
            </a:r>
            <a:r>
              <a:rPr lang="ko-KR" altLang="en-US" sz="14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개만 표시해줘</a:t>
            </a:r>
            <a:endParaRPr lang="en-US" altLang="ko-KR" sz="1400" b="1" dirty="0">
              <a:solidFill>
                <a:srgbClr val="FF0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내가 읽어보고 대답할 수 있으면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대답해줄게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3476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89374-4CD3-4DB5-E659-2F26DF02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F05CAF5-44E8-8FDF-0739-53C7B181A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54" y="1844884"/>
            <a:ext cx="4410691" cy="4229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BFEED72-EB59-CC62-ACB3-E6F994CB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] Spec </a:t>
            </a:r>
            <a:r>
              <a:rPr lang="ko-KR" altLang="en-US" dirty="0"/>
              <a:t>문서 내용 변경하기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93AF9E-DD25-CF13-B58C-E95FC70B9D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12. </a:t>
            </a:r>
            <a:r>
              <a:rPr lang="ko-KR" altLang="en-US" dirty="0"/>
              <a:t>만들어진 결과물을 직접 점검을 해본다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내가 생각하고 있는 기준으로 변경한다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70211-3BA9-6FE2-063A-53985FEBDC60}"/>
              </a:ext>
            </a:extLst>
          </p:cNvPr>
          <p:cNvSpPr txBox="1"/>
          <p:nvPr/>
        </p:nvSpPr>
        <p:spPr>
          <a:xfrm>
            <a:off x="7589795" y="2613158"/>
            <a:ext cx="3721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연구개발비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, </a:t>
            </a:r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설비투자비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, </a:t>
            </a:r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외주용역비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, </a:t>
            </a:r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시험평가비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,</a:t>
            </a:r>
          </a:p>
          <a:p>
            <a:pPr algn="l"/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교육훈련비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, </a:t>
            </a:r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출장비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, </a:t>
            </a:r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일반운영비 </a:t>
            </a:r>
            <a:r>
              <a:rPr lang="en-US" altLang="ko-KR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7</a:t>
            </a:r>
            <a:r>
              <a:rPr lang="ko-KR" altLang="en-US" b="1" dirty="0">
                <a:solidFill>
                  <a:schemeClr val="accent1"/>
                </a:solidFill>
                <a:ea typeface="나눔스퀘어OTF_ac" panose="020B0600000101010101" pitchFamily="34" charset="-127"/>
              </a:rPr>
              <a:t>개로 해줘</a:t>
            </a:r>
            <a:endParaRPr lang="ko-KR" altLang="en-US" b="1" dirty="0">
              <a:solidFill>
                <a:schemeClr val="accent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A4A8A3-61F3-C312-FC17-323D152BC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21136" y="2814747"/>
            <a:ext cx="767843" cy="520152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FFB2F21-3367-AA03-6938-1581E5764898}"/>
              </a:ext>
            </a:extLst>
          </p:cNvPr>
          <p:cNvCxnSpPr>
            <a:cxnSpLocks/>
          </p:cNvCxnSpPr>
          <p:nvPr/>
        </p:nvCxnSpPr>
        <p:spPr>
          <a:xfrm flipH="1">
            <a:off x="3657599" y="3125972"/>
            <a:ext cx="3040913" cy="1612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9BBAE0-DF94-EE53-A18A-9F6134016256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16767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0F8E7-934E-0FBD-5BBF-3FB49BDC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38FD8-3851-396B-823D-F6B3E60A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유의사항</a:t>
            </a:r>
            <a:r>
              <a:rPr lang="en-US" altLang="ko-KR" dirty="0"/>
              <a:t>. </a:t>
            </a:r>
            <a:r>
              <a:rPr lang="ko-KR" altLang="en-US" dirty="0"/>
              <a:t>하면 안되는 것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27F37C-2E8F-7065-1D47-5D43BA6611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84949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AI</a:t>
            </a:r>
            <a:r>
              <a:rPr lang="ko-KR" altLang="en-US" b="1" dirty="0">
                <a:solidFill>
                  <a:srgbClr val="FF0000"/>
                </a:solidFill>
              </a:rPr>
              <a:t>에게 모든 것을 맡기면 안된다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의 역할은 사람의 지도</a:t>
            </a:r>
            <a:r>
              <a:rPr lang="en-US" altLang="ko-KR" dirty="0"/>
              <a:t>, </a:t>
            </a:r>
            <a:r>
              <a:rPr lang="ko-KR" altLang="en-US" dirty="0"/>
              <a:t>지휘하에</a:t>
            </a:r>
            <a:endParaRPr lang="en-US" altLang="ko-KR" dirty="0"/>
          </a:p>
          <a:p>
            <a:pPr lvl="1"/>
            <a:r>
              <a:rPr lang="ko-KR" altLang="en-US" dirty="0"/>
              <a:t>사람이 원하는 제품을 만드는 역할이어야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에게 사람의 역할까지 맡기면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내가 </a:t>
            </a:r>
            <a:r>
              <a:rPr lang="ko-KR" altLang="en-US" dirty="0" err="1"/>
              <a:t>만들고자하는</a:t>
            </a:r>
            <a:r>
              <a:rPr lang="ko-KR" altLang="en-US" dirty="0"/>
              <a:t> </a:t>
            </a:r>
            <a:r>
              <a:rPr lang="ko-KR" altLang="en-US" dirty="0" err="1"/>
              <a:t>디테일함을</a:t>
            </a:r>
            <a:r>
              <a:rPr lang="ko-KR" altLang="en-US" dirty="0"/>
              <a:t> 가진 제품을 만들 수 없다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830366B-D495-FC5C-D503-A2ED4A17C4D6}"/>
              </a:ext>
            </a:extLst>
          </p:cNvPr>
          <p:cNvGrpSpPr/>
          <p:nvPr/>
        </p:nvGrpSpPr>
        <p:grpSpPr>
          <a:xfrm>
            <a:off x="3663909" y="3505564"/>
            <a:ext cx="4141168" cy="2310336"/>
            <a:chOff x="600075" y="2582332"/>
            <a:chExt cx="5517017" cy="30779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DE144C7-1230-E114-388F-14BAA5EBE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19FD739-D457-B1AC-39C4-B5C0E0364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42D9631-8F79-8069-8128-A06DC4AECE65}"/>
              </a:ext>
            </a:extLst>
          </p:cNvPr>
          <p:cNvSpPr txBox="1"/>
          <p:nvPr/>
        </p:nvSpPr>
        <p:spPr>
          <a:xfrm>
            <a:off x="3774940" y="4872834"/>
            <a:ext cx="456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나머지 너가 다 알아서 작성해줘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544B5D5-57D7-4092-9BBC-FC2D484A09DD}"/>
              </a:ext>
            </a:extLst>
          </p:cNvPr>
          <p:cNvCxnSpPr>
            <a:cxnSpLocks/>
          </p:cNvCxnSpPr>
          <p:nvPr/>
        </p:nvCxnSpPr>
        <p:spPr>
          <a:xfrm flipV="1">
            <a:off x="3338623" y="4862253"/>
            <a:ext cx="4999593" cy="3238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383A8F-278F-6036-7AF4-0FA330905264}"/>
              </a:ext>
            </a:extLst>
          </p:cNvPr>
          <p:cNvSpPr txBox="1"/>
          <p:nvPr/>
        </p:nvSpPr>
        <p:spPr>
          <a:xfrm>
            <a:off x="8449247" y="4262089"/>
            <a:ext cx="3357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AI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잘 하는 것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과거에 만든 내용 적용하기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불필요한 기능 만들기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불필요한 설명 많이 </a:t>
            </a:r>
            <a:r>
              <a:rPr lang="ko-KR" altLang="en-US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달아주기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4599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1436-F45C-0D2A-66B8-4E67C83F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56F3CF7-E587-8300-FD86-56EE1840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단계 </a:t>
            </a:r>
            <a:r>
              <a:rPr lang="en-US" altLang="ko-KR" dirty="0"/>
              <a:t>Phase </a:t>
            </a:r>
            <a:r>
              <a:rPr lang="ko-KR" altLang="en-US" dirty="0"/>
              <a:t>수립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737D91-0DBA-D4E9-3371-E1FCEF70E2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06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3C4AC3-4AE2-ED7D-71BD-1559D9F16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2059600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1F244-27FF-064F-99F1-D23CC69A8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08057"/>
            <a:ext cx="11121473" cy="332399"/>
          </a:xfrm>
        </p:spPr>
        <p:txBody>
          <a:bodyPr/>
          <a:lstStyle/>
          <a:p>
            <a:r>
              <a:rPr lang="en-US" altLang="ko-KR"/>
              <a:t>PHASES.md </a:t>
            </a:r>
            <a:r>
              <a:rPr lang="ko-KR" altLang="en-US"/>
              <a:t>역할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3097D-735C-B227-F6C7-E5B9B5074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03802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전체 개발 단계 전략을 세운다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b="1" dirty="0"/>
              <a:t>PHASES.md </a:t>
            </a:r>
          </a:p>
          <a:p>
            <a:pPr lvl="1"/>
            <a:r>
              <a:rPr lang="en-US" altLang="ko-KR" dirty="0"/>
              <a:t>- </a:t>
            </a:r>
            <a:r>
              <a:rPr lang="ko-KR" altLang="en-US" dirty="0"/>
              <a:t>전체 개발 단계 전략을 세움 </a:t>
            </a:r>
            <a:r>
              <a:rPr lang="en-US" altLang="ko-KR" dirty="0"/>
              <a:t>(</a:t>
            </a:r>
            <a:r>
              <a:rPr lang="ko-KR" altLang="en-US" dirty="0"/>
              <a:t>큰 </a:t>
            </a:r>
            <a:r>
              <a:rPr lang="en-US" altLang="ko-KR" dirty="0"/>
              <a:t>PLAN)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PHASE </a:t>
            </a:r>
            <a:r>
              <a:rPr lang="ko-KR" altLang="en-US" b="1" dirty="0"/>
              <a:t>예시 </a:t>
            </a:r>
            <a:r>
              <a:rPr lang="en-US" altLang="ko-KR" b="1" dirty="0"/>
              <a:t>(</a:t>
            </a:r>
            <a:r>
              <a:rPr lang="ko-KR" altLang="en-US" b="1" dirty="0"/>
              <a:t>건물 </a:t>
            </a:r>
            <a:r>
              <a:rPr lang="ko-KR" altLang="en-US" b="1" dirty="0" err="1"/>
              <a:t>지을때</a:t>
            </a:r>
            <a:r>
              <a:rPr lang="en-US" altLang="ko-KR" b="1" dirty="0"/>
              <a:t>, </a:t>
            </a:r>
            <a:r>
              <a:rPr lang="ko-KR" altLang="en-US" b="1" dirty="0"/>
              <a:t>변하기 어려운 큰 단계</a:t>
            </a:r>
            <a:r>
              <a:rPr lang="en-US" altLang="ko-KR" b="1" dirty="0"/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ko-KR" altLang="en-US" sz="1600" dirty="0"/>
              <a:t>토지 구매</a:t>
            </a:r>
            <a:endParaRPr lang="en-US" altLang="ko-KR" sz="1600" dirty="0"/>
          </a:p>
          <a:p>
            <a:pPr marL="1371600" lvl="2" indent="-457200">
              <a:buFont typeface="+mj-lt"/>
              <a:buAutoNum type="arabicPeriod"/>
            </a:pPr>
            <a:r>
              <a:rPr lang="ko-KR" altLang="en-US" sz="1600" dirty="0"/>
              <a:t>기초공사 </a:t>
            </a:r>
            <a:r>
              <a:rPr lang="en-US" altLang="ko-KR" sz="1600" dirty="0"/>
              <a:t>(</a:t>
            </a:r>
            <a:r>
              <a:rPr lang="ko-KR" altLang="en-US" sz="1600" dirty="0"/>
              <a:t>건물 하중 지지할 토대 마련</a:t>
            </a:r>
            <a:r>
              <a:rPr lang="en-US" altLang="ko-KR" sz="1600" dirty="0"/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ko-KR" altLang="en-US" sz="1600" dirty="0"/>
              <a:t>골조 공사 </a:t>
            </a:r>
            <a:r>
              <a:rPr lang="en-US" altLang="ko-KR" sz="1600" dirty="0"/>
              <a:t>(</a:t>
            </a:r>
            <a:r>
              <a:rPr lang="ko-KR" altLang="en-US" sz="1600" dirty="0"/>
              <a:t>건물 뼈대 완성</a:t>
            </a:r>
            <a:r>
              <a:rPr lang="en-US" altLang="ko-KR" sz="1600" dirty="0"/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ko-KR" altLang="en-US" sz="1600" dirty="0"/>
              <a:t>외장 </a:t>
            </a:r>
            <a:r>
              <a:rPr lang="en-US" altLang="ko-KR" sz="1600" dirty="0"/>
              <a:t>(</a:t>
            </a:r>
            <a:r>
              <a:rPr lang="ko-KR" altLang="en-US" sz="1600" dirty="0"/>
              <a:t>외벽</a:t>
            </a:r>
            <a:r>
              <a:rPr lang="en-US" altLang="ko-KR" sz="1600" dirty="0"/>
              <a:t>, </a:t>
            </a:r>
            <a:r>
              <a:rPr lang="ko-KR" altLang="en-US" sz="1600" dirty="0"/>
              <a:t>창호</a:t>
            </a:r>
            <a:r>
              <a:rPr lang="en-US" altLang="ko-KR" sz="1600" dirty="0"/>
              <a:t>, </a:t>
            </a:r>
            <a:r>
              <a:rPr lang="ko-KR" altLang="en-US" sz="1600" dirty="0"/>
              <a:t>지붕 완성</a:t>
            </a:r>
            <a:r>
              <a:rPr lang="en-US" altLang="ko-KR" sz="1600" dirty="0"/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ko-KR" altLang="en-US" sz="1600" dirty="0"/>
              <a:t>전기</a:t>
            </a:r>
            <a:r>
              <a:rPr lang="en-US" altLang="ko-KR" sz="1600" dirty="0"/>
              <a:t>/</a:t>
            </a:r>
            <a:r>
              <a:rPr lang="ko-KR" altLang="en-US" sz="1600" dirty="0"/>
              <a:t>배관 등 설비</a:t>
            </a:r>
            <a:endParaRPr lang="en-US" altLang="ko-KR" sz="1600" dirty="0"/>
          </a:p>
          <a:p>
            <a:pPr marL="1371600" lvl="2" indent="-457200">
              <a:buFont typeface="+mj-lt"/>
              <a:buAutoNum type="arabicPeriod"/>
            </a:pPr>
            <a:r>
              <a:rPr lang="ko-KR" altLang="en-US" sz="1600" dirty="0"/>
              <a:t>내부 인테리어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6BE363-E004-D1CC-3DD6-A00CDF7076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66"/>
          <a:stretch>
            <a:fillRect/>
          </a:stretch>
        </p:blipFill>
        <p:spPr>
          <a:xfrm>
            <a:off x="8175812" y="1241402"/>
            <a:ext cx="2867314" cy="43751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F4DED8-0C0D-2688-5497-85047A7E60AB}"/>
              </a:ext>
            </a:extLst>
          </p:cNvPr>
          <p:cNvSpPr txBox="1"/>
          <p:nvPr/>
        </p:nvSpPr>
        <p:spPr>
          <a:xfrm>
            <a:off x="8265459" y="5737412"/>
            <a:ext cx="2689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케이크를 만들기 위한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단계 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39164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AE15-FE4F-8CB6-6283-8BDEACE8D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C9880-3421-A103-95D4-A2A8E003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Phase </a:t>
            </a:r>
            <a:r>
              <a:rPr lang="ko-KR" altLang="en-US" dirty="0"/>
              <a:t>작성하기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8DED21-F6C0-8916-A2EB-26AC44B2F2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개발 단계를 작성한다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단계별 어떤 내용을 개발할지 계획을 잡는다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각 </a:t>
            </a:r>
            <a:r>
              <a:rPr lang="en-US" altLang="ko-KR" b="1" dirty="0">
                <a:solidFill>
                  <a:srgbClr val="FF0000"/>
                </a:solidFill>
              </a:rPr>
              <a:t>Phase</a:t>
            </a:r>
            <a:r>
              <a:rPr lang="ko-KR" altLang="en-US" b="1" dirty="0">
                <a:solidFill>
                  <a:srgbClr val="FF0000"/>
                </a:solidFill>
              </a:rPr>
              <a:t>별로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동작되어야 하며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사람이 직접 테스트가 </a:t>
            </a:r>
            <a:r>
              <a:rPr lang="ko-KR" altLang="en-US" b="1" dirty="0" err="1">
                <a:solidFill>
                  <a:srgbClr val="FF0000"/>
                </a:solidFill>
              </a:rPr>
              <a:t>가능해야한다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2AE1B-3568-321A-702C-9034CBCCAF03}"/>
              </a:ext>
            </a:extLst>
          </p:cNvPr>
          <p:cNvSpPr txBox="1"/>
          <p:nvPr/>
        </p:nvSpPr>
        <p:spPr>
          <a:xfrm>
            <a:off x="909371" y="4894324"/>
            <a:ext cx="2452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가짜데이터로 UI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완성된 화면을 살펴본다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UI 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테스트 버튼을 누르면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완성된 화면이 보여진다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UI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마음에 </a:t>
            </a:r>
            <a:r>
              <a:rPr lang="ko-KR" altLang="en-US" sz="12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안들면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AI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와 토론을 통해 수정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19C86-E0A2-D0B8-2C9F-677C2C352C63}"/>
              </a:ext>
            </a:extLst>
          </p:cNvPr>
          <p:cNvSpPr txBox="1"/>
          <p:nvPr/>
        </p:nvSpPr>
        <p:spPr>
          <a:xfrm>
            <a:off x="3524330" y="4894324"/>
            <a:ext cx="2452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PDF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불러온다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 API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통해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PDF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Text 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 분석결과를 확인한다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마음에 들지 </a:t>
            </a:r>
            <a:r>
              <a:rPr lang="ko-KR" altLang="en-US" sz="12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않는부분은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AI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와 토론 후 수정</a:t>
            </a: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69732B-0C4A-2BBA-DB33-E1B3DADC4B46}"/>
              </a:ext>
            </a:extLst>
          </p:cNvPr>
          <p:cNvSpPr txBox="1"/>
          <p:nvPr/>
        </p:nvSpPr>
        <p:spPr>
          <a:xfrm>
            <a:off x="6162230" y="4894324"/>
            <a:ext cx="2452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요약과 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Dashboard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잘 만들어졌는지 확인</a:t>
            </a: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마음에 들지 </a:t>
            </a:r>
            <a:r>
              <a:rPr lang="ko-KR" altLang="en-US" sz="12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않는부분은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AI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와 토론 후 수정</a:t>
            </a: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73B44BC0-9D37-D936-17F6-484ED5E1CE97}"/>
              </a:ext>
            </a:extLst>
          </p:cNvPr>
          <p:cNvSpPr/>
          <p:nvPr/>
        </p:nvSpPr>
        <p:spPr>
          <a:xfrm>
            <a:off x="2302018" y="2366173"/>
            <a:ext cx="7903594" cy="143739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A9289E-1AD5-11FF-6DFA-21BA537C48C3}"/>
              </a:ext>
            </a:extLst>
          </p:cNvPr>
          <p:cNvSpPr/>
          <p:nvPr/>
        </p:nvSpPr>
        <p:spPr>
          <a:xfrm>
            <a:off x="1207082" y="3141677"/>
            <a:ext cx="1552353" cy="1511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</a:t>
            </a:r>
          </a:p>
          <a:p>
            <a:pPr algn="ctr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UI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구성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5C3990-5307-6B39-9A30-9640968A3FE5}"/>
              </a:ext>
            </a:extLst>
          </p:cNvPr>
          <p:cNvSpPr/>
          <p:nvPr/>
        </p:nvSpPr>
        <p:spPr>
          <a:xfrm>
            <a:off x="3822041" y="3141677"/>
            <a:ext cx="1552353" cy="15111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Phase2</a:t>
            </a:r>
          </a:p>
          <a:p>
            <a:pPr algn="ctr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PDF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로더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구현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E592B90-79F1-FE4D-B6C3-049B13BD8F62}"/>
              </a:ext>
            </a:extLst>
          </p:cNvPr>
          <p:cNvSpPr/>
          <p:nvPr/>
        </p:nvSpPr>
        <p:spPr>
          <a:xfrm>
            <a:off x="6388467" y="3141677"/>
            <a:ext cx="1552353" cy="15111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Phase3</a:t>
            </a:r>
          </a:p>
          <a:p>
            <a:pPr algn="ctr"/>
            <a:endParaRPr lang="en-US" altLang="ko-KR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Dashboard</a:t>
            </a:r>
          </a:p>
          <a:p>
            <a:pPr algn="ctr"/>
            <a:r>
              <a:rPr lang="ko-KR" altLang="en-US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완성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6E8BD-07BB-83B9-F7E7-91F9A1EF5E77}"/>
              </a:ext>
            </a:extLst>
          </p:cNvPr>
          <p:cNvSpPr txBox="1"/>
          <p:nvPr/>
        </p:nvSpPr>
        <p:spPr>
          <a:xfrm>
            <a:off x="8945298" y="4894324"/>
            <a:ext cx="2452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채팅기능이 완성되어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대화가 잘 되는지 확인한다</a:t>
            </a: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마음에 들지 </a:t>
            </a:r>
            <a:r>
              <a:rPr lang="ko-KR" altLang="en-US" sz="12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않는부분은</a:t>
            </a:r>
            <a:b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AI</a:t>
            </a:r>
            <a:r>
              <a:rPr lang="ko-KR" altLang="en-US" sz="12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와 토론 후 수정</a:t>
            </a:r>
            <a:endParaRPr lang="en-US" altLang="ko-KR" sz="1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6CF9EF-3B25-05A6-72B0-0C0EBB8CB57D}"/>
              </a:ext>
            </a:extLst>
          </p:cNvPr>
          <p:cNvSpPr/>
          <p:nvPr/>
        </p:nvSpPr>
        <p:spPr>
          <a:xfrm>
            <a:off x="9171535" y="3141677"/>
            <a:ext cx="1552353" cy="15111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Phase4</a:t>
            </a:r>
          </a:p>
          <a:p>
            <a:pPr algn="ctr"/>
            <a:endParaRPr lang="en-US" altLang="ko-KR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챗봇</a:t>
            </a:r>
            <a:r>
              <a:rPr lang="ko-KR" altLang="en-US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완성</a:t>
            </a:r>
          </a:p>
        </p:txBody>
      </p:sp>
    </p:spTree>
    <p:extLst>
      <p:ext uri="{BB962C8B-B14F-4D97-AF65-F5344CB8AC3E}">
        <p14:creationId xmlns:p14="http://schemas.microsoft.com/office/powerpoint/2010/main" val="36772112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4BEA-B42B-1CE8-A2A5-E0E6C923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FA5AE-3A4C-F0A8-64C1-ED29BC08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PHASES.md </a:t>
            </a:r>
            <a:r>
              <a:rPr lang="ko-KR" altLang="en-US"/>
              <a:t>문서 작성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E6172-B047-3243-50C3-CC369E8B85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13. Phase </a:t>
            </a:r>
            <a:r>
              <a:rPr lang="ko-KR" altLang="en-US" dirty="0"/>
              <a:t>전체 개발 단계 전략 수립</a:t>
            </a:r>
            <a:endParaRPr lang="en-US" altLang="ko-KR" dirty="0"/>
          </a:p>
          <a:p>
            <a:pPr lvl="1"/>
            <a:r>
              <a:rPr lang="ko-KR" altLang="en-US" dirty="0"/>
              <a:t>전체 개발 단계를 작성한다</a:t>
            </a:r>
            <a:r>
              <a:rPr lang="en-US" altLang="ko-KR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612DFE8-A365-48D5-D35A-48E01C52B137}"/>
              </a:ext>
            </a:extLst>
          </p:cNvPr>
          <p:cNvGrpSpPr/>
          <p:nvPr/>
        </p:nvGrpSpPr>
        <p:grpSpPr>
          <a:xfrm>
            <a:off x="2126282" y="1970207"/>
            <a:ext cx="7656815" cy="4271697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D15B5BC-F982-BC6E-6207-43D627B2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FF48526-1CFF-8955-1412-2CBC36403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966DF2D-C6DD-8EEE-44F9-88B82CA7E679}"/>
              </a:ext>
            </a:extLst>
          </p:cNvPr>
          <p:cNvSpPr txBox="1"/>
          <p:nvPr/>
        </p:nvSpPr>
        <p:spPr>
          <a:xfrm>
            <a:off x="1865529" y="2307359"/>
            <a:ext cx="100493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docs/PHASES.md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파일에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 ~ 4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까지 내용 써줘</a:t>
            </a:r>
          </a:p>
          <a:p>
            <a:pPr lvl="1"/>
            <a:endParaRPr lang="ko-KR" altLang="en-US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 : UI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구성</a:t>
            </a: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UI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테스트 버튼을 누르면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가짜데이터를 이용하여 완성된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UI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바로 보여진다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기능 동작은 안되고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UI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 살펴볼 목적이다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Phase2 : PDF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로더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구현</a:t>
            </a: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PDF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불러오고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Claude API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통해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PDF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분석한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Text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확인 가능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Phase3 : Dashboard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완성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요약과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Dashboard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출력까지 개발을 완료한다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Phase4 :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챗봇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완성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예산 내용을 이해하는 챗봇 기능 개발을 완료한다.</a:t>
            </a:r>
          </a:p>
        </p:txBody>
      </p:sp>
    </p:spTree>
    <p:extLst>
      <p:ext uri="{BB962C8B-B14F-4D97-AF65-F5344CB8AC3E}">
        <p14:creationId xmlns:p14="http://schemas.microsoft.com/office/powerpoint/2010/main" val="623150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B5C7-5D83-A5ED-DE14-2BF86458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93891-0892-8E8D-2D22-FB380831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또 한번 반복</a:t>
            </a:r>
            <a:r>
              <a:rPr lang="en-US" altLang="ko-KR" dirty="0"/>
              <a:t>] </a:t>
            </a:r>
            <a:r>
              <a:rPr lang="ko-KR" altLang="en-US" dirty="0"/>
              <a:t>유의사항</a:t>
            </a:r>
            <a:r>
              <a:rPr lang="en-US" altLang="ko-KR" dirty="0"/>
              <a:t>. </a:t>
            </a:r>
            <a:r>
              <a:rPr lang="ko-KR" altLang="en-US" dirty="0"/>
              <a:t>하면 안되는 것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2F771-B318-871A-22D7-8710E02F71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AI</a:t>
            </a:r>
            <a:r>
              <a:rPr lang="ko-KR" altLang="en-US" b="1" dirty="0">
                <a:solidFill>
                  <a:srgbClr val="FF0000"/>
                </a:solidFill>
              </a:rPr>
              <a:t>에게 모든 것을 맡기면 안된다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ko-KR" altLang="en-US" dirty="0"/>
              <a:t>지금 작성한 것은 전체 개발 과정의 </a:t>
            </a:r>
            <a:r>
              <a:rPr lang="en-US" altLang="ko-KR" dirty="0"/>
              <a:t>Blueprint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앞으로 한 단계씩 구현하고 인간의 검토를 반복 할 예정이다</a:t>
            </a:r>
            <a:r>
              <a:rPr lang="en-US" altLang="ko-KR" dirty="0"/>
              <a:t>.</a:t>
            </a:r>
            <a:r>
              <a:rPr lang="en-US" altLang="ko-KR" dirty="0">
                <a:solidFill>
                  <a:srgbClr val="FF0000"/>
                </a:solidFill>
              </a:rPr>
              <a:t> (Human-in-the-loop)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1E64304-7122-53A7-83F2-F217815A3A92}"/>
              </a:ext>
            </a:extLst>
          </p:cNvPr>
          <p:cNvGrpSpPr/>
          <p:nvPr/>
        </p:nvGrpSpPr>
        <p:grpSpPr>
          <a:xfrm>
            <a:off x="989303" y="3209150"/>
            <a:ext cx="4141168" cy="2310336"/>
            <a:chOff x="600075" y="2582332"/>
            <a:chExt cx="5517017" cy="30779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3361557-478D-9E42-7B51-18418FB08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58B2251-E35A-E87E-ADCF-F172B2819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0FEC8B3-FEAB-96BF-B8E0-99C28A134E51}"/>
              </a:ext>
            </a:extLst>
          </p:cNvPr>
          <p:cNvSpPr txBox="1"/>
          <p:nvPr/>
        </p:nvSpPr>
        <p:spPr>
          <a:xfrm>
            <a:off x="1100334" y="4576420"/>
            <a:ext cx="456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 1 ~ 4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까지 전부 개발해줘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8A56357-DB65-9E31-EDFB-025AFFC8A740}"/>
              </a:ext>
            </a:extLst>
          </p:cNvPr>
          <p:cNvCxnSpPr>
            <a:cxnSpLocks/>
          </p:cNvCxnSpPr>
          <p:nvPr/>
        </p:nvCxnSpPr>
        <p:spPr>
          <a:xfrm flipV="1">
            <a:off x="664017" y="4565839"/>
            <a:ext cx="4999593" cy="3238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4C81B9-489D-78C6-69CA-5FA1AAD6D326}"/>
              </a:ext>
            </a:extLst>
          </p:cNvPr>
          <p:cNvSpPr/>
          <p:nvPr/>
        </p:nvSpPr>
        <p:spPr>
          <a:xfrm>
            <a:off x="7405063" y="2608578"/>
            <a:ext cx="3898604" cy="3743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06CB13-ABB6-9C53-12E9-F8B5BDE3D965}"/>
              </a:ext>
            </a:extLst>
          </p:cNvPr>
          <p:cNvSpPr/>
          <p:nvPr/>
        </p:nvSpPr>
        <p:spPr>
          <a:xfrm>
            <a:off x="7405063" y="3491504"/>
            <a:ext cx="3898604" cy="3743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Phase2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4138B8B6-E6C4-B900-8287-197717279D68}"/>
              </a:ext>
            </a:extLst>
          </p:cNvPr>
          <p:cNvSpPr/>
          <p:nvPr/>
        </p:nvSpPr>
        <p:spPr>
          <a:xfrm>
            <a:off x="9031844" y="3030158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6857B-F8E4-8472-E84D-34F992082487}"/>
              </a:ext>
            </a:extLst>
          </p:cNvPr>
          <p:cNvSpPr txBox="1"/>
          <p:nvPr/>
        </p:nvSpPr>
        <p:spPr>
          <a:xfrm>
            <a:off x="9170067" y="3052593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D02AAA-930D-ED7B-50DF-2B13E9E60CA6}"/>
              </a:ext>
            </a:extLst>
          </p:cNvPr>
          <p:cNvSpPr/>
          <p:nvPr/>
        </p:nvSpPr>
        <p:spPr>
          <a:xfrm>
            <a:off x="7405063" y="4417875"/>
            <a:ext cx="3898604" cy="3743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Phase3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6651BEB5-C68B-B668-59B5-A047A19A90D7}"/>
              </a:ext>
            </a:extLst>
          </p:cNvPr>
          <p:cNvSpPr/>
          <p:nvPr/>
        </p:nvSpPr>
        <p:spPr>
          <a:xfrm>
            <a:off x="9031844" y="3956529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D74AF8-5F35-8D19-AB36-90399DBD8602}"/>
              </a:ext>
            </a:extLst>
          </p:cNvPr>
          <p:cNvSpPr txBox="1"/>
          <p:nvPr/>
        </p:nvSpPr>
        <p:spPr>
          <a:xfrm>
            <a:off x="9170067" y="3978964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ADB048-F4B1-CC93-A775-8B3B4CDF5B14}"/>
              </a:ext>
            </a:extLst>
          </p:cNvPr>
          <p:cNvSpPr/>
          <p:nvPr/>
        </p:nvSpPr>
        <p:spPr>
          <a:xfrm>
            <a:off x="7405063" y="5296820"/>
            <a:ext cx="3898604" cy="3743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Phase4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550332D3-A15A-238A-1DB9-8B68AA6FC21F}"/>
              </a:ext>
            </a:extLst>
          </p:cNvPr>
          <p:cNvSpPr/>
          <p:nvPr/>
        </p:nvSpPr>
        <p:spPr>
          <a:xfrm>
            <a:off x="9031844" y="4835474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9E41A-9182-DA70-2ABF-B725C166E5DB}"/>
              </a:ext>
            </a:extLst>
          </p:cNvPr>
          <p:cNvSpPr txBox="1"/>
          <p:nvPr/>
        </p:nvSpPr>
        <p:spPr>
          <a:xfrm>
            <a:off x="9170067" y="4857909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</p:spTree>
    <p:extLst>
      <p:ext uri="{BB962C8B-B14F-4D97-AF65-F5344CB8AC3E}">
        <p14:creationId xmlns:p14="http://schemas.microsoft.com/office/powerpoint/2010/main" val="33672508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D02D8-CFD7-613E-A7BE-C1ADD2DF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2811D-C4A1-1160-9BA4-807A0B31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C50ADB-6613-6683-916A-36F13A8DA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14. CLAUDE.md </a:t>
            </a:r>
            <a:r>
              <a:rPr lang="ko-KR" altLang="en-US" dirty="0"/>
              <a:t>파일에 </a:t>
            </a:r>
            <a:r>
              <a:rPr lang="en-US" altLang="ko-KR" dirty="0"/>
              <a:t>Rule 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777BDEF-5EBE-6D62-5956-250ABD9CE737}"/>
              </a:ext>
            </a:extLst>
          </p:cNvPr>
          <p:cNvGrpSpPr/>
          <p:nvPr/>
        </p:nvGrpSpPr>
        <p:grpSpPr>
          <a:xfrm>
            <a:off x="2732281" y="2102519"/>
            <a:ext cx="6136415" cy="3423473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191DAC0-D08A-F5BF-BA5D-6E9795B19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4E5F1FE-7346-4D0B-787C-B770742E6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DB66E97-06A4-E3BF-22F0-F828C44F5288}"/>
              </a:ext>
            </a:extLst>
          </p:cNvPr>
          <p:cNvSpPr txBox="1"/>
          <p:nvPr/>
        </p:nvSpPr>
        <p:spPr>
          <a:xfrm>
            <a:off x="3327341" y="3230815"/>
            <a:ext cx="534726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에다가</a:t>
            </a:r>
            <a:b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PHASES.md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파일을 언급해줘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Rule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하나 더 추가해줘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개발을 할 때면 각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PHASES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맞는 내용만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개발해야하며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더 많은 내용을 개발해서는 안돼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예를들어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개발하라고 했는데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PHASE2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내용까지 개발하면 안돼</a:t>
            </a:r>
          </a:p>
        </p:txBody>
      </p:sp>
    </p:spTree>
    <p:extLst>
      <p:ext uri="{BB962C8B-B14F-4D97-AF65-F5344CB8AC3E}">
        <p14:creationId xmlns:p14="http://schemas.microsoft.com/office/powerpoint/2010/main" val="3725056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138F-6069-7E55-F0C0-5344F3B4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415B340-6D14-1995-E180-F473F4A60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시작</a:t>
            </a:r>
            <a:r>
              <a:rPr lang="en-US" altLang="ko-KR" dirty="0"/>
              <a:t>! (Phase 1 ~ 4)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206839B-0814-2EB7-3F8B-7F97C7BB38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07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07905B-7311-73F9-B1E3-22F3545AC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28060971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EC78-EF05-58D0-1AF7-20E9A297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E4074-F70F-DB8E-8011-5ABF8E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Action! Phase 1 </a:t>
            </a:r>
            <a:r>
              <a:rPr lang="ko-KR" altLang="en-US" dirty="0"/>
              <a:t>개발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92B660-6D43-A189-5858-3FE35EF02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15. Action </a:t>
            </a:r>
            <a:r>
              <a:rPr lang="ko-KR" altLang="en-US" dirty="0"/>
              <a:t>수행</a:t>
            </a: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AI</a:t>
            </a:r>
            <a:r>
              <a:rPr lang="ko-KR" altLang="en-US" dirty="0"/>
              <a:t>에게 </a:t>
            </a:r>
            <a:r>
              <a:rPr lang="en-US" altLang="ko-KR" dirty="0"/>
              <a:t>Phase</a:t>
            </a:r>
            <a:r>
              <a:rPr lang="ko-KR" altLang="en-US" dirty="0"/>
              <a:t>별 개발을 수행한다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이후</a:t>
            </a:r>
            <a:r>
              <a:rPr lang="en-US" altLang="ko-KR" dirty="0"/>
              <a:t> </a:t>
            </a:r>
            <a:r>
              <a:rPr lang="ko-KR" altLang="en-US" dirty="0"/>
              <a:t>동작결과를 확인한다</a:t>
            </a:r>
            <a:r>
              <a:rPr lang="en-US" altLang="ko-KR" dirty="0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5D0E4E3-C1A2-9A36-1104-47FCFC3DBF89}"/>
              </a:ext>
            </a:extLst>
          </p:cNvPr>
          <p:cNvGrpSpPr/>
          <p:nvPr/>
        </p:nvGrpSpPr>
        <p:grpSpPr>
          <a:xfrm>
            <a:off x="909885" y="2919804"/>
            <a:ext cx="4716994" cy="2631586"/>
            <a:chOff x="600075" y="2582332"/>
            <a:chExt cx="5517017" cy="3077915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58A538-819A-24B4-7024-142EE8D9F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7FEBC67-D4AF-AC63-16D1-150C14726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247FDAF-D5D2-A7F5-863C-483EA24F1909}"/>
              </a:ext>
            </a:extLst>
          </p:cNvPr>
          <p:cNvSpPr txBox="1"/>
          <p:nvPr/>
        </p:nvSpPr>
        <p:spPr>
          <a:xfrm>
            <a:off x="1310858" y="3966894"/>
            <a:ext cx="40176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00B05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내용을 요약하여 내게 말해주고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00B05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개발을 진행시켜</a:t>
            </a:r>
            <a:endParaRPr lang="en-US" altLang="ko-KR" sz="1600" b="1" dirty="0">
              <a:solidFill>
                <a:srgbClr val="00B05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이후 내가 직접 동작결과를 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확인하고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검토해볼꺼야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01E968-5233-653C-8F0B-1DA911CB0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812" y="2716759"/>
            <a:ext cx="4365256" cy="31344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3126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A9D7-BA0A-F3A9-C6FC-E1B20D8A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758D8-E6B1-171E-C000-7F12B398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] Phase 2 ~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 까지 개발하기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F16CD4-E554-BD31-9E95-A0B35DA22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13904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16. Phase 2 ~ 4 </a:t>
            </a:r>
            <a:r>
              <a:rPr lang="ko-KR" altLang="en-US" dirty="0"/>
              <a:t>까지 개발 시작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아래 내용을 반복한다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ko-KR" dirty="0"/>
              <a:t>Phase </a:t>
            </a:r>
            <a:r>
              <a:rPr lang="ko-KR" altLang="en-US" dirty="0"/>
              <a:t>개발 지시 </a:t>
            </a:r>
            <a:endParaRPr lang="en-US" altLang="ko-KR" dirty="0"/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/>
              <a:t>개발 후 사람의 테스트 및 검토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7A3120-A254-AC53-630D-E6DE2BF14251}"/>
              </a:ext>
            </a:extLst>
          </p:cNvPr>
          <p:cNvSpPr/>
          <p:nvPr/>
        </p:nvSpPr>
        <p:spPr>
          <a:xfrm>
            <a:off x="6826103" y="1645851"/>
            <a:ext cx="3898604" cy="3743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Phase1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B705B3-CF1E-ADB1-F7DE-6D4B91862CC4}"/>
              </a:ext>
            </a:extLst>
          </p:cNvPr>
          <p:cNvSpPr/>
          <p:nvPr/>
        </p:nvSpPr>
        <p:spPr>
          <a:xfrm>
            <a:off x="6826103" y="2528777"/>
            <a:ext cx="3898604" cy="3743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Phase2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27DE67D3-807A-5B31-407F-0DB5AFE3B28B}"/>
              </a:ext>
            </a:extLst>
          </p:cNvPr>
          <p:cNvSpPr/>
          <p:nvPr/>
        </p:nvSpPr>
        <p:spPr>
          <a:xfrm>
            <a:off x="8452884" y="2067431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08B21-1EC1-68DE-91C5-99C7AF37B952}"/>
              </a:ext>
            </a:extLst>
          </p:cNvPr>
          <p:cNvSpPr txBox="1"/>
          <p:nvPr/>
        </p:nvSpPr>
        <p:spPr>
          <a:xfrm>
            <a:off x="8591107" y="2089866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7E0B3F-1753-973C-59EA-382EE1289FB7}"/>
              </a:ext>
            </a:extLst>
          </p:cNvPr>
          <p:cNvSpPr/>
          <p:nvPr/>
        </p:nvSpPr>
        <p:spPr>
          <a:xfrm>
            <a:off x="6826103" y="3455148"/>
            <a:ext cx="3898604" cy="3743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Phase3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5422E8FA-1E41-F55F-AF5B-5BEA7B795E34}"/>
              </a:ext>
            </a:extLst>
          </p:cNvPr>
          <p:cNvSpPr/>
          <p:nvPr/>
        </p:nvSpPr>
        <p:spPr>
          <a:xfrm>
            <a:off x="8452884" y="2993802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BC41C3-13F9-F17B-6F48-C5E0C010B99A}"/>
              </a:ext>
            </a:extLst>
          </p:cNvPr>
          <p:cNvSpPr txBox="1"/>
          <p:nvPr/>
        </p:nvSpPr>
        <p:spPr>
          <a:xfrm>
            <a:off x="8591107" y="3016237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631406-D2C1-FB6F-3FD0-8A6B84C38D99}"/>
              </a:ext>
            </a:extLst>
          </p:cNvPr>
          <p:cNvSpPr/>
          <p:nvPr/>
        </p:nvSpPr>
        <p:spPr>
          <a:xfrm>
            <a:off x="6826103" y="4334093"/>
            <a:ext cx="3898604" cy="3743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Phase4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 시작</a:t>
            </a: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21A2978C-8E18-343C-7B22-EFF93B8AC602}"/>
              </a:ext>
            </a:extLst>
          </p:cNvPr>
          <p:cNvSpPr/>
          <p:nvPr/>
        </p:nvSpPr>
        <p:spPr>
          <a:xfrm>
            <a:off x="8452884" y="3872747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95369-C769-6B85-30C6-35AA92170103}"/>
              </a:ext>
            </a:extLst>
          </p:cNvPr>
          <p:cNvSpPr txBox="1"/>
          <p:nvPr/>
        </p:nvSpPr>
        <p:spPr>
          <a:xfrm>
            <a:off x="8591107" y="3895182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8DB4F4-74CF-D93B-4532-21144250B606}"/>
              </a:ext>
            </a:extLst>
          </p:cNvPr>
          <p:cNvSpPr/>
          <p:nvPr/>
        </p:nvSpPr>
        <p:spPr>
          <a:xfrm>
            <a:off x="7708605" y="5327607"/>
            <a:ext cx="1765004" cy="42827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완성</a:t>
            </a:r>
            <a:r>
              <a:rPr lang="en-US" altLang="ko-KR" sz="1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!</a:t>
            </a:r>
            <a:endParaRPr lang="ko-KR" altLang="en-US" sz="12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B61706DB-18E9-49DF-1B2E-F12968822B21}"/>
              </a:ext>
            </a:extLst>
          </p:cNvPr>
          <p:cNvSpPr/>
          <p:nvPr/>
        </p:nvSpPr>
        <p:spPr>
          <a:xfrm>
            <a:off x="8452884" y="4771311"/>
            <a:ext cx="276446" cy="41410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B94F4A-9F34-AF68-79F3-9DEA97D4CF24}"/>
              </a:ext>
            </a:extLst>
          </p:cNvPr>
          <p:cNvSpPr txBox="1"/>
          <p:nvPr/>
        </p:nvSpPr>
        <p:spPr>
          <a:xfrm>
            <a:off x="8591107" y="4793746"/>
            <a:ext cx="141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사람의 검토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54739C1-548B-1006-E51D-A3D52911CFD3}"/>
              </a:ext>
            </a:extLst>
          </p:cNvPr>
          <p:cNvGrpSpPr/>
          <p:nvPr/>
        </p:nvGrpSpPr>
        <p:grpSpPr>
          <a:xfrm>
            <a:off x="836746" y="3477953"/>
            <a:ext cx="4716994" cy="2631586"/>
            <a:chOff x="600075" y="2582332"/>
            <a:chExt cx="5517017" cy="307791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3242693-4EBF-25C3-7225-92BC84BEE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491A31E-5806-A193-BB45-680447F42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419A9C2-AC8D-3FA2-CB15-12E89CDC6557}"/>
              </a:ext>
            </a:extLst>
          </p:cNvPr>
          <p:cNvSpPr txBox="1"/>
          <p:nvPr/>
        </p:nvSpPr>
        <p:spPr>
          <a:xfrm>
            <a:off x="1237719" y="4525043"/>
            <a:ext cx="40176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00B05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Phase</a:t>
            </a:r>
            <a:r>
              <a:rPr lang="en-US" altLang="ko-KR" sz="16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내용을 요약하여 내게 말해주고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00B05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개발을 진행시켜</a:t>
            </a:r>
            <a:endParaRPr lang="en-US" altLang="ko-KR" sz="1600" b="1" dirty="0">
              <a:solidFill>
                <a:srgbClr val="00B05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이후 내가 직접 동작결과를 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확인하고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검토해볼꺼야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67950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8087-2A0E-2D86-AE21-5A308E96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9500EB-F80B-7E15-86F0-DA4F5ADC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배포를 위한 </a:t>
            </a:r>
            <a:r>
              <a:rPr lang="en-US" altLang="ko-KR" sz="4800" dirty="0"/>
              <a:t>Electric Framework </a:t>
            </a:r>
            <a:r>
              <a:rPr lang="ko-KR" altLang="en-US" sz="4800" dirty="0"/>
              <a:t>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393CC3-4B78-A0C6-4A3C-B19452A98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08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E6C53-1105-0945-F2AC-7BDABB9E0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바이브코딩 기반 </a:t>
            </a:r>
            <a:r>
              <a:rPr lang="en-US" altLang="ko-KR"/>
              <a:t>Web App </a:t>
            </a:r>
            <a:r>
              <a:rPr lang="ko-KR" altLang="en-US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38078543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B2B30-091C-1D36-7806-1A9E8786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만든 프로그램을 실행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045B6-2417-1B59-8405-1154B7DA39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ko-KR" dirty="0" err="1"/>
              <a:t>React</a:t>
            </a:r>
            <a:r>
              <a:rPr lang="ko-KR" altLang="ko-KR" dirty="0"/>
              <a:t>, </a:t>
            </a:r>
            <a:r>
              <a:rPr lang="ko-KR" altLang="ko-KR" dirty="0" err="1"/>
              <a:t>TypeScript</a:t>
            </a:r>
            <a:r>
              <a:rPr lang="ko-KR" altLang="ko-KR" dirty="0"/>
              <a:t>, </a:t>
            </a:r>
            <a:r>
              <a:rPr lang="ko-KR" altLang="ko-KR" dirty="0" err="1"/>
              <a:t>Vite</a:t>
            </a:r>
            <a:r>
              <a:rPr lang="en-US" altLang="ko-KR" dirty="0"/>
              <a:t> </a:t>
            </a:r>
            <a:r>
              <a:rPr lang="ko-KR" altLang="en-US" dirty="0"/>
              <a:t>으로 개발한 프로그램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ko-KR" altLang="en-US" dirty="0"/>
              <a:t>실행하려면 다음과 같이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CMD</a:t>
            </a:r>
            <a:r>
              <a:rPr lang="ko-KR" altLang="en-US" dirty="0"/>
              <a:t> 실행 후 </a:t>
            </a:r>
            <a:r>
              <a:rPr lang="en-US" altLang="ko-KR" dirty="0"/>
              <a:t>'</a:t>
            </a:r>
            <a:r>
              <a:rPr lang="en-US" altLang="ko-KR" dirty="0" err="1"/>
              <a:t>npm</a:t>
            </a:r>
            <a:r>
              <a:rPr lang="en-US" altLang="ko-KR" dirty="0"/>
              <a:t> run dev' </a:t>
            </a:r>
            <a:r>
              <a:rPr lang="ko-KR" altLang="en-US" dirty="0"/>
              <a:t>명령어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1935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086C-0542-F33C-00D5-B537EC91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CEA7C-EEB7-01D3-0481-68F3E2A7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이번엔 동료에게 배포하려면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2DBFA5-FB0D-A2C1-BE41-F9DE1137FF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다음과 같이 </a:t>
            </a:r>
            <a:r>
              <a:rPr lang="ko-KR" altLang="en-US" dirty="0" err="1"/>
              <a:t>안내해주어야한다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컴퓨터에 </a:t>
            </a:r>
            <a:r>
              <a:rPr lang="ko-KR" altLang="ko-KR" dirty="0" err="1"/>
              <a:t>node.js까시고요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ko-KR" dirty="0" err="1"/>
              <a:t>cmd실행하고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프로그램 경로에서 </a:t>
            </a:r>
            <a:r>
              <a:rPr lang="ko-KR" altLang="ko-KR" dirty="0" err="1"/>
              <a:t>npm</a:t>
            </a:r>
            <a:r>
              <a:rPr lang="ko-KR" altLang="ko-KR" dirty="0"/>
              <a:t> </a:t>
            </a:r>
            <a:r>
              <a:rPr lang="ko-KR" altLang="ko-KR" dirty="0" err="1"/>
              <a:t>run</a:t>
            </a:r>
            <a:r>
              <a:rPr lang="ko-KR" altLang="ko-KR" dirty="0"/>
              <a:t> </a:t>
            </a:r>
            <a:r>
              <a:rPr lang="ko-KR" altLang="ko-KR" dirty="0" err="1"/>
              <a:t>dev</a:t>
            </a:r>
            <a:r>
              <a:rPr lang="ko-KR" altLang="ko-KR" dirty="0"/>
              <a:t> 하시고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ko-KR" dirty="0"/>
              <a:t>브라우저에서 </a:t>
            </a:r>
            <a:r>
              <a:rPr lang="ko-KR" altLang="ko-KR" dirty="0" err="1"/>
              <a:t>localhost</a:t>
            </a:r>
            <a:r>
              <a:rPr lang="ko-KR" altLang="ko-KR" dirty="0"/>
              <a:t>:</a:t>
            </a:r>
            <a:r>
              <a:rPr lang="en-US" altLang="ko-KR" dirty="0"/>
              <a:t>8080</a:t>
            </a:r>
            <a:r>
              <a:rPr lang="ko-KR" altLang="ko-KR" dirty="0"/>
              <a:t> </a:t>
            </a:r>
            <a:r>
              <a:rPr lang="ko-KR" altLang="ko-KR" dirty="0" err="1"/>
              <a:t>이런식으로</a:t>
            </a:r>
            <a:r>
              <a:rPr lang="ko-KR" altLang="ko-KR" dirty="0"/>
              <a:t> 접속하세요.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복잡하다</a:t>
            </a:r>
            <a:r>
              <a:rPr lang="en-US" altLang="ko-KR" dirty="0"/>
              <a:t>.</a:t>
            </a:r>
            <a:endParaRPr lang="ko-KR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7955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9F410-6C47-8BBA-30D0-542EA41D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Electron </a:t>
            </a:r>
            <a:r>
              <a:rPr lang="ko-KR" altLang="en-US" dirty="0"/>
              <a:t>프레임워크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783519-5C0C-9F2E-F3F2-80E439F02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웹 기술로 만든 </a:t>
            </a:r>
            <a:r>
              <a:rPr lang="en-US" altLang="ko-KR" dirty="0"/>
              <a:t>App</a:t>
            </a:r>
            <a:r>
              <a:rPr lang="ko-KR" altLang="en-US" dirty="0"/>
              <a:t>을 </a:t>
            </a:r>
            <a:r>
              <a:rPr lang="en-US" altLang="ko-KR" dirty="0"/>
              <a:t>Desktop App</a:t>
            </a:r>
            <a:r>
              <a:rPr lang="ko-KR" altLang="en-US" dirty="0"/>
              <a:t>으로 만들어주는 프레임워크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원리</a:t>
            </a:r>
            <a:endParaRPr lang="en-US" altLang="ko-KR" b="1" dirty="0"/>
          </a:p>
          <a:p>
            <a:pPr lvl="1"/>
            <a:r>
              <a:rPr lang="ko-KR" altLang="en-US" dirty="0"/>
              <a:t>크롬 핵심 요소</a:t>
            </a:r>
            <a:r>
              <a:rPr lang="en-US" altLang="ko-KR" dirty="0"/>
              <a:t>, Node.js</a:t>
            </a:r>
            <a:r>
              <a:rPr lang="ko-KR" altLang="en-US" dirty="0"/>
              <a:t>를 함께 넣어 실행 프로그램 생성</a:t>
            </a:r>
            <a:endParaRPr lang="en-US" altLang="ko-KR" dirty="0"/>
          </a:p>
          <a:p>
            <a:pPr lvl="1"/>
            <a:r>
              <a:rPr lang="ko-KR" altLang="en-US" b="1" dirty="0"/>
              <a:t>배포된 프로그램 사용자는 더블클릭만 하면 바로 실행됨</a:t>
            </a:r>
            <a:endParaRPr lang="en-US" altLang="ko-KR" b="1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Electron </a:t>
            </a:r>
            <a:r>
              <a:rPr lang="ko-KR" altLang="en-US" dirty="0"/>
              <a:t>으로 만들어진 프로그램 예시</a:t>
            </a:r>
            <a:endParaRPr lang="en-US" altLang="ko-KR" dirty="0"/>
          </a:p>
        </p:txBody>
      </p:sp>
      <p:pic>
        <p:nvPicPr>
          <p:cNvPr id="4" name="그림 3" descr="파일:Visual Studio Code 0.10.1 icon.png - 위키백과, 우리 ...">
            <a:extLst>
              <a:ext uri="{FF2B5EF4-FFF2-40B4-BE49-F238E27FC236}">
                <a16:creationId xmlns:a16="http://schemas.microsoft.com/office/drawing/2014/main" id="{ED5C235B-4265-F183-AA40-9ED71D84A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74" y="5262564"/>
            <a:ext cx="949839" cy="949839"/>
          </a:xfrm>
          <a:prstGeom prst="rect">
            <a:avLst/>
          </a:prstGeom>
        </p:spPr>
      </p:pic>
      <p:pic>
        <p:nvPicPr>
          <p:cNvPr id="5" name="그림 4" descr="Discord - Download and install on Windows | Microsoft Store의 이미지">
            <a:extLst>
              <a:ext uri="{FF2B5EF4-FFF2-40B4-BE49-F238E27FC236}">
                <a16:creationId xmlns:a16="http://schemas.microsoft.com/office/drawing/2014/main" id="{B5C0169F-0439-2687-7509-35A1EE9EB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367" y="5239808"/>
            <a:ext cx="790580" cy="907310"/>
          </a:xfrm>
          <a:prstGeom prst="rect">
            <a:avLst/>
          </a:prstGeom>
        </p:spPr>
      </p:pic>
      <p:pic>
        <p:nvPicPr>
          <p:cNvPr id="6" name="그림 5" descr="Notion 아이콘, 로고, 기호 – PNG, SVG 무료 다운로드">
            <a:extLst>
              <a:ext uri="{FF2B5EF4-FFF2-40B4-BE49-F238E27FC236}">
                <a16:creationId xmlns:a16="http://schemas.microsoft.com/office/drawing/2014/main" id="{DD477BD8-DF3C-2E61-8191-9997169F4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220" y="4985566"/>
            <a:ext cx="964017" cy="907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67C7D-48F6-FBBB-C97E-E2F500043C1F}"/>
              </a:ext>
            </a:extLst>
          </p:cNvPr>
          <p:cNvSpPr txBox="1"/>
          <p:nvPr/>
        </p:nvSpPr>
        <p:spPr>
          <a:xfrm>
            <a:off x="2429210" y="6205315"/>
            <a:ext cx="176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vscode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CE8A8-45EA-E0C8-1BD9-069400BAF05E}"/>
              </a:ext>
            </a:extLst>
          </p:cNvPr>
          <p:cNvSpPr txBox="1"/>
          <p:nvPr/>
        </p:nvSpPr>
        <p:spPr>
          <a:xfrm>
            <a:off x="5293444" y="6212403"/>
            <a:ext cx="176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Discord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36794-DBA1-B875-9CAC-B6F41AD90B39}"/>
              </a:ext>
            </a:extLst>
          </p:cNvPr>
          <p:cNvSpPr txBox="1"/>
          <p:nvPr/>
        </p:nvSpPr>
        <p:spPr>
          <a:xfrm>
            <a:off x="7750697" y="5928316"/>
            <a:ext cx="176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Notion </a:t>
            </a:r>
          </a:p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Desktop App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2077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06109-261A-E1B5-320E-D7691E79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07FEF-B21E-0C12-C05D-3E144B5FB9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크롬 </a:t>
            </a:r>
            <a:r>
              <a:rPr lang="en-US" altLang="ko-KR" dirty="0"/>
              <a:t>+ node.js </a:t>
            </a:r>
            <a:r>
              <a:rPr lang="ko-KR" altLang="en-US" dirty="0"/>
              <a:t>까지 모두 들어가 있기에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간단한 </a:t>
            </a:r>
            <a:r>
              <a:rPr lang="en-US" altLang="ko-KR" dirty="0"/>
              <a:t>App</a:t>
            </a:r>
            <a:r>
              <a:rPr lang="ko-KR" altLang="en-US" dirty="0"/>
              <a:t>도 용량이 매우 크다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1E542-6EFA-38D9-EF8C-4FE2765B255E}"/>
              </a:ext>
            </a:extLst>
          </p:cNvPr>
          <p:cNvSpPr txBox="1"/>
          <p:nvPr/>
        </p:nvSpPr>
        <p:spPr>
          <a:xfrm>
            <a:off x="5847907" y="4040188"/>
            <a:ext cx="3473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Hello World App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용량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= 106MB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B8D3DF-7360-BBBB-4BCE-DB52F927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51" y="3632536"/>
            <a:ext cx="1489466" cy="18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788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AB5B3-C0A0-7005-40C1-B80E8C9B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2BE5E9-DBF1-F4E8-0A20-05C6C94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800" dirty="0"/>
              <a:t>Desktop App</a:t>
            </a:r>
            <a:r>
              <a:rPr lang="ko-KR" altLang="en-US" sz="4800" dirty="0"/>
              <a:t>으로 배포해보기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7697B3F-CED7-CCC1-BFCC-AB3389C715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09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50AB62-D111-358D-CAF2-1A2328D90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691" y="3534065"/>
            <a:ext cx="10147994" cy="33716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바이브코딩</a:t>
            </a:r>
            <a:r>
              <a:rPr lang="ko-KR" altLang="en-US" dirty="0"/>
              <a:t> 기반 </a:t>
            </a:r>
            <a:r>
              <a:rPr lang="en-US" altLang="ko-KR" dirty="0"/>
              <a:t>Web App </a:t>
            </a:r>
            <a:r>
              <a:rPr lang="ko-KR" altLang="en-US" dirty="0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16756574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1D8AC-B6FF-902E-0168-793140E5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폴더 만들기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18EABC0E-275D-ABFA-4D57-1DCFA2256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프로젝트 폴더를 하나 생성 후</a:t>
            </a:r>
            <a:r>
              <a:rPr lang="en-US" altLang="ko-KR" dirty="0"/>
              <a:t>, Claude</a:t>
            </a:r>
            <a:r>
              <a:rPr lang="ko-KR" altLang="en-US" dirty="0"/>
              <a:t>를 실행한다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c:\work\elect </a:t>
            </a:r>
            <a:r>
              <a:rPr lang="ko-KR" altLang="en-US" dirty="0"/>
              <a:t>폴더 생성 후</a:t>
            </a:r>
            <a:r>
              <a:rPr lang="en-US" altLang="ko-KR" dirty="0"/>
              <a:t>, </a:t>
            </a:r>
            <a:r>
              <a:rPr lang="en-US" altLang="ko-KR" dirty="0" err="1"/>
              <a:t>claude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C867B-D6E9-E9E7-2A08-BE67ACB1F4E2}"/>
              </a:ext>
            </a:extLst>
          </p:cNvPr>
          <p:cNvSpPr txBox="1"/>
          <p:nvPr/>
        </p:nvSpPr>
        <p:spPr>
          <a:xfrm>
            <a:off x="4627184" y="4790007"/>
            <a:ext cx="242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cd C:\work\elect</a:t>
            </a:r>
            <a:endParaRPr lang="ko-KR" altLang="en-US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0D12EB2-BA85-B88E-BF25-D0C1FD9A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" t="4582"/>
          <a:stretch>
            <a:fillRect/>
          </a:stretch>
        </p:blipFill>
        <p:spPr>
          <a:xfrm>
            <a:off x="449106" y="3147805"/>
            <a:ext cx="3046299" cy="19499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206611C-3A85-5617-1569-48E0471F5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42" y="2730905"/>
            <a:ext cx="2936930" cy="278377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58AADE0-F0A6-9ACA-E5EA-7E09AA17E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685" y="3142000"/>
            <a:ext cx="3856676" cy="164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239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22B54-390E-1C9B-7AA1-BE31B824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Claude Code </a:t>
            </a:r>
            <a:r>
              <a:rPr lang="ko-KR" altLang="en-US" dirty="0"/>
              <a:t>로 </a:t>
            </a:r>
            <a:r>
              <a:rPr lang="en-US" altLang="ko-KR" dirty="0"/>
              <a:t>Hello World </a:t>
            </a:r>
            <a:r>
              <a:rPr lang="ko-KR" altLang="en-US" dirty="0"/>
              <a:t>만들기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DAF47A-D085-D932-25BF-C04813F69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Hello world App</a:t>
            </a:r>
            <a:r>
              <a:rPr lang="ko-KR" altLang="en-US" dirty="0"/>
              <a:t>을 하나 생성한다</a:t>
            </a:r>
            <a:r>
              <a:rPr lang="en-US" altLang="ko-K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TypeScript, React, </a:t>
            </a:r>
            <a:r>
              <a:rPr lang="en-US" altLang="ko-KR" dirty="0" err="1"/>
              <a:t>Vite</a:t>
            </a:r>
            <a:r>
              <a:rPr lang="ko-KR" altLang="en-US" dirty="0"/>
              <a:t>로 </a:t>
            </a:r>
            <a:r>
              <a:rPr lang="en-US" altLang="ko-KR" dirty="0"/>
              <a:t>App </a:t>
            </a:r>
            <a:r>
              <a:rPr lang="ko-KR" altLang="en-US" dirty="0"/>
              <a:t>생성</a:t>
            </a:r>
            <a:r>
              <a:rPr lang="en-US" altLang="ko-KR" dirty="0"/>
              <a:t>	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146B5B-860F-8653-4FD2-5CFB5B9BE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349" y="3424600"/>
            <a:ext cx="5313221" cy="2093769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27F1CB2-BD2F-9AAC-3006-F2D592B0EBDA}"/>
              </a:ext>
            </a:extLst>
          </p:cNvPr>
          <p:cNvGrpSpPr/>
          <p:nvPr/>
        </p:nvGrpSpPr>
        <p:grpSpPr>
          <a:xfrm>
            <a:off x="1369677" y="3499839"/>
            <a:ext cx="3729398" cy="2080611"/>
            <a:chOff x="600075" y="2582332"/>
            <a:chExt cx="5517017" cy="30779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4184557-2CC9-1D55-F4F7-80EAB4CD2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BA3809F-11CD-C65B-2D1E-DD1B574EF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47BCDD0-789E-AEAC-EBA9-FA6FDDE40183}"/>
              </a:ext>
            </a:extLst>
          </p:cNvPr>
          <p:cNvSpPr txBox="1"/>
          <p:nvPr/>
        </p:nvSpPr>
        <p:spPr>
          <a:xfrm>
            <a:off x="1473574" y="4503720"/>
            <a:ext cx="4017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TypeScript, React, </a:t>
            </a:r>
            <a:r>
              <a:rPr lang="en-US" altLang="ko-KR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Vite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 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Hello World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기본 프로젝트 하나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만들어</a:t>
            </a:r>
          </a:p>
        </p:txBody>
      </p:sp>
    </p:spTree>
    <p:extLst>
      <p:ext uri="{BB962C8B-B14F-4D97-AF65-F5344CB8AC3E}">
        <p14:creationId xmlns:p14="http://schemas.microsoft.com/office/powerpoint/2010/main" val="2210733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9C8F-A572-1CC0-8D0B-4AD8C113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0C60F-81E0-16B3-F64A-BF51B0DB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배포하기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ADB98-A04C-9E89-DB04-DACFDF96B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Electron</a:t>
            </a:r>
            <a:r>
              <a:rPr lang="ko-KR" altLang="en-US" dirty="0"/>
              <a:t>으로 배포를 지시한다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즉시 배포가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AC23BB-3A47-7371-BCC0-609ABC264B68}"/>
              </a:ext>
            </a:extLst>
          </p:cNvPr>
          <p:cNvGrpSpPr/>
          <p:nvPr/>
        </p:nvGrpSpPr>
        <p:grpSpPr>
          <a:xfrm>
            <a:off x="1539798" y="3499839"/>
            <a:ext cx="3729398" cy="2080611"/>
            <a:chOff x="600075" y="2582332"/>
            <a:chExt cx="5517017" cy="30779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85755FB-EE91-73D1-33D0-BBF66D777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6DC2025-D043-606D-3354-36908A89A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095DDF9-D3D6-C185-4109-C15DB1EEAC01}"/>
              </a:ext>
            </a:extLst>
          </p:cNvPr>
          <p:cNvSpPr txBox="1"/>
          <p:nvPr/>
        </p:nvSpPr>
        <p:spPr>
          <a:xfrm>
            <a:off x="1719390" y="4418837"/>
            <a:ext cx="4017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Desktop App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되게끔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electron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으로 배포해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C5ABE9A-A81A-922B-20CF-A4DA15DD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285" y="2927498"/>
            <a:ext cx="4032710" cy="28591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8118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7B476-AAE8-CE0D-69BB-CE0C81C3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결과 파일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8FDE-40A9-6672-1F3A-910FA2D86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c:\work\elect\release </a:t>
            </a:r>
            <a:r>
              <a:rPr lang="ko-KR" altLang="en-US" dirty="0"/>
              <a:t>폴더에 생성된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exe </a:t>
            </a:r>
            <a:r>
              <a:rPr lang="ko-KR" altLang="en-US" dirty="0"/>
              <a:t>파일을 팀 동료에게 전달하면 배포 성공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AB204B-7ECD-48EF-B4B2-60704C71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15905"/>
            <a:ext cx="5142586" cy="2400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AA90FD-890C-5832-55AC-60E8B768D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134" y="2800922"/>
            <a:ext cx="4548782" cy="351097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0435BF3-0443-117E-97FD-F3F7FBC5F7A9}"/>
              </a:ext>
            </a:extLst>
          </p:cNvPr>
          <p:cNvSpPr/>
          <p:nvPr/>
        </p:nvSpPr>
        <p:spPr>
          <a:xfrm>
            <a:off x="2296633" y="5018567"/>
            <a:ext cx="1084520" cy="248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47EB4-1F9B-770D-C9B0-97C849EF37C1}"/>
              </a:ext>
            </a:extLst>
          </p:cNvPr>
          <p:cNvSpPr txBox="1"/>
          <p:nvPr/>
        </p:nvSpPr>
        <p:spPr>
          <a:xfrm>
            <a:off x="3033823" y="5266660"/>
            <a:ext cx="306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파일 하나만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팀원에게 전달하면 됨</a:t>
            </a:r>
          </a:p>
        </p:txBody>
      </p:sp>
    </p:spTree>
    <p:extLst>
      <p:ext uri="{BB962C8B-B14F-4D97-AF65-F5344CB8AC3E}">
        <p14:creationId xmlns:p14="http://schemas.microsoft.com/office/powerpoint/2010/main" val="3071836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26A3C-ACE2-58FB-2CC3-9B1C62FD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코드 수정하기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B7C53C-97CD-29E0-BD98-6894231EB6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코드 수정 요청을 해본다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electron</a:t>
            </a:r>
            <a:r>
              <a:rPr lang="ko-KR" altLang="en-US" dirty="0"/>
              <a:t>으로 결과를 확인해본다</a:t>
            </a:r>
            <a:r>
              <a:rPr lang="en-US" altLang="ko-KR" dirty="0"/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10423AE-5985-563E-C4EE-F1A5506721EB}"/>
              </a:ext>
            </a:extLst>
          </p:cNvPr>
          <p:cNvGrpSpPr/>
          <p:nvPr/>
        </p:nvGrpSpPr>
        <p:grpSpPr>
          <a:xfrm>
            <a:off x="1116270" y="2791046"/>
            <a:ext cx="5332636" cy="2975049"/>
            <a:chOff x="600075" y="2582332"/>
            <a:chExt cx="5517017" cy="30779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67F51EA-C208-B7F0-A890-1B2683601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42ABA18-8248-3C92-909D-C5F01C249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3FFE823-C030-AE9F-CEC9-7BFE5ABF9CBD}"/>
              </a:ext>
            </a:extLst>
          </p:cNvPr>
          <p:cNvSpPr txBox="1"/>
          <p:nvPr/>
        </p:nvSpPr>
        <p:spPr>
          <a:xfrm>
            <a:off x="1528138" y="4216132"/>
            <a:ext cx="47387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버튼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 추가하고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누르면 폭죽이 터지는 애니메이션 기능 넣어줘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이후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electron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으로 배포해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06D1682-E4E0-C9D1-A304-0DB9A1764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410" y="2972036"/>
            <a:ext cx="3561092" cy="271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98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1DBA5-3FA5-ED25-E76D-1D67360E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CFC7511-8060-65F4-5DA4-C1C7CD5D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현대자동차 </a:t>
            </a:r>
            <a:r>
              <a:rPr lang="en-US" altLang="ko-KR" sz="5400" dirty="0"/>
              <a:t>- </a:t>
            </a:r>
            <a:r>
              <a:rPr lang="ko-KR" altLang="en-US" sz="5400" dirty="0"/>
              <a:t>사내 배포 가이드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A3478B1-2C09-475C-CD59-AD99561DC1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10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3F1FD4-2ABA-A016-9CF2-63F7864B2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바이브코딩 기반 </a:t>
            </a:r>
            <a:r>
              <a:rPr lang="en-US" altLang="ko-KR"/>
              <a:t>Web App </a:t>
            </a:r>
            <a:r>
              <a:rPr lang="ko-KR" altLang="en-US"/>
              <a:t>제작 실습 </a:t>
            </a:r>
          </a:p>
        </p:txBody>
      </p:sp>
    </p:spTree>
    <p:extLst>
      <p:ext uri="{BB962C8B-B14F-4D97-AF65-F5344CB8AC3E}">
        <p14:creationId xmlns:p14="http://schemas.microsoft.com/office/powerpoint/2010/main" val="15831641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FB66E-B517-B0DB-E1DB-BBB923A5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배포 방법 안내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EE167-E04C-B3E0-BEF1-49D5022675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45195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사내에서는 </a:t>
            </a:r>
            <a:r>
              <a:rPr lang="en-US" altLang="ko-KR" dirty="0" err="1"/>
              <a:t>Vercel.app</a:t>
            </a:r>
            <a:r>
              <a:rPr lang="en-US" altLang="ko-KR" dirty="0"/>
              <a:t>, firebase </a:t>
            </a:r>
            <a:r>
              <a:rPr lang="ko-KR" altLang="en-US" dirty="0"/>
              <a:t>등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배포를 쉽게 도와주는 외부 웹서비스 사용이 금지 됨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다음 배포 가이드에 따라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배포를 해야만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8426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2EF6-9720-6B18-590F-ADA51586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01E10-89A3-D450-8721-AD2308C4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배포 방법 안내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D7A8A0-0537-145B-9DB0-CD06CB3B8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526554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ko-KR" b="1" dirty="0"/>
              <a:t>HTML </a:t>
            </a:r>
            <a:r>
              <a:rPr lang="ko-KR" altLang="en-US" b="1" dirty="0"/>
              <a:t>파일</a:t>
            </a:r>
            <a:endParaRPr lang="en-US" altLang="ko-KR" b="1" dirty="0"/>
          </a:p>
          <a:p>
            <a:pPr marL="685800" lvl="1" indent="-457200">
              <a:buAutoNum type="arabicPeriod"/>
            </a:pP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6"/>
                </a:solidFill>
              </a:rPr>
              <a:t>메일 </a:t>
            </a:r>
            <a:r>
              <a:rPr lang="en-US" altLang="ko-KR" b="1" dirty="0">
                <a:solidFill>
                  <a:schemeClr val="accent6"/>
                </a:solidFill>
              </a:rPr>
              <a:t>/ </a:t>
            </a:r>
            <a:r>
              <a:rPr lang="ko-KR" altLang="en-US" b="1" dirty="0">
                <a:solidFill>
                  <a:schemeClr val="accent6"/>
                </a:solidFill>
              </a:rPr>
              <a:t>메신저로 전달하면 된다</a:t>
            </a:r>
            <a:r>
              <a:rPr lang="en-US" altLang="ko-KR" b="1" dirty="0">
                <a:solidFill>
                  <a:schemeClr val="accent6"/>
                </a:solidFill>
              </a:rPr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또는 </a:t>
            </a:r>
            <a:r>
              <a:rPr lang="en-US" altLang="ko-KR" b="1" dirty="0"/>
              <a:t>Confluence</a:t>
            </a:r>
            <a:r>
              <a:rPr lang="ko-KR" altLang="en-US" dirty="0"/>
              <a:t>에 배포할 수도 있다</a:t>
            </a:r>
            <a:r>
              <a:rPr lang="en-US" altLang="ko-KR" dirty="0"/>
              <a:t>. (1</a:t>
            </a:r>
            <a:r>
              <a:rPr lang="ko-KR" altLang="en-US" dirty="0"/>
              <a:t>개의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371600" lvl="2" indent="-457200">
              <a:buFont typeface="+mj-lt"/>
              <a:buAutoNum type="arabicPeriod"/>
            </a:pPr>
            <a:r>
              <a:rPr lang="ko-KR" altLang="en-US" dirty="0"/>
              <a:t>메모장으로 제작한 </a:t>
            </a:r>
            <a:r>
              <a:rPr lang="en-US" altLang="ko-KR" dirty="0"/>
              <a:t>HTML </a:t>
            </a:r>
            <a:r>
              <a:rPr lang="ko-KR" altLang="en-US" dirty="0"/>
              <a:t>파일을 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소스코드 전체를 복사한다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pPr marL="1371600" lvl="2" indent="-457200">
              <a:buFont typeface="+mj-lt"/>
              <a:buAutoNum type="arabicPeriod"/>
            </a:pPr>
            <a:r>
              <a:rPr lang="en-US" altLang="ko-KR" dirty="0"/>
              <a:t>Confluence</a:t>
            </a:r>
            <a:r>
              <a:rPr lang="ko-KR" altLang="en-US" dirty="0"/>
              <a:t>에서 빈 </a:t>
            </a:r>
            <a:r>
              <a:rPr lang="en-US" altLang="ko-KR" dirty="0"/>
              <a:t>Page</a:t>
            </a:r>
            <a:r>
              <a:rPr lang="ko-KR" altLang="en-US" dirty="0"/>
              <a:t>를 만든다</a:t>
            </a:r>
            <a:r>
              <a:rPr lang="en-US" altLang="ko-KR" dirty="0"/>
              <a:t>.</a:t>
            </a:r>
          </a:p>
          <a:p>
            <a:pPr marL="1371600" lvl="2" indent="-457200">
              <a:buFont typeface="+mj-lt"/>
              <a:buAutoNum type="arabicPeriod"/>
            </a:pPr>
            <a:endParaRPr lang="en-US" altLang="ko-KR" dirty="0"/>
          </a:p>
          <a:p>
            <a:pPr marL="1371600" lvl="2" indent="-457200">
              <a:buFont typeface="+mj-lt"/>
              <a:buAutoNum type="arabicPeriod"/>
            </a:pPr>
            <a:r>
              <a:rPr lang="en-US" altLang="ko-KR" dirty="0"/>
              <a:t>//HMG HTML PRO</a:t>
            </a:r>
            <a:r>
              <a:rPr lang="ko-KR" altLang="en-US" dirty="0"/>
              <a:t> 라고 입력하면 오른쪽 메뉴가 뜬다</a:t>
            </a:r>
            <a:r>
              <a:rPr lang="en-US" altLang="ko-KR" dirty="0"/>
              <a:t>.</a:t>
            </a:r>
          </a:p>
          <a:p>
            <a:pPr marL="1371600" lvl="2" indent="-457200">
              <a:buFont typeface="+mj-lt"/>
              <a:buAutoNum type="arabicPeriod"/>
            </a:pPr>
            <a:endParaRPr lang="en-US" altLang="ko-KR" dirty="0"/>
          </a:p>
          <a:p>
            <a:pPr marL="1371600" lvl="2" indent="-457200">
              <a:buFont typeface="+mj-lt"/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소스코드 전체를 붙여넣기를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11D077-DF11-CB6F-9C66-BE5065B7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266" y="3653118"/>
            <a:ext cx="3158659" cy="11305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96974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8D9E-E7C9-708F-5AE4-51B0D054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C33F7-A99D-33AF-860F-A1004719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배포 방법 안내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7EBCC-3E89-0C75-C9D8-CA95B99CF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300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2. exe</a:t>
            </a:r>
            <a:r>
              <a:rPr lang="ko-KR" altLang="en-US" b="1" dirty="0"/>
              <a:t> 파일 배포하기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/>
              <a:t>메일 </a:t>
            </a:r>
            <a:r>
              <a:rPr lang="en-US" altLang="ko-KR" b="1" dirty="0"/>
              <a:t>/ </a:t>
            </a:r>
            <a:r>
              <a:rPr lang="ko-KR" altLang="en-US" b="1" dirty="0"/>
              <a:t>메신저로 전달하면 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349402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B6D6-89EB-82B4-033C-9165F494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3AC67-69F4-14DF-D26A-ACEFDA5D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배포 방법 안내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A202B0-8519-5BC3-969B-8CE349201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113947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3. DB</a:t>
            </a:r>
            <a:r>
              <a:rPr lang="ko-KR" altLang="en-US" b="1" dirty="0"/>
              <a:t>가 포함된 웹 </a:t>
            </a:r>
            <a:r>
              <a:rPr lang="en-US" altLang="ko-KR" b="1" dirty="0"/>
              <a:t>App</a:t>
            </a:r>
            <a:r>
              <a:rPr lang="ko-KR" altLang="en-US" b="1" dirty="0"/>
              <a:t> 배포하기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팀원들의 데이터를 </a:t>
            </a:r>
            <a:r>
              <a:rPr lang="en-US" altLang="ko-KR" dirty="0"/>
              <a:t>DB</a:t>
            </a:r>
            <a:r>
              <a:rPr lang="ko-KR" altLang="en-US" dirty="0"/>
              <a:t>에 저장하고</a:t>
            </a:r>
            <a:br>
              <a:rPr lang="en-US" altLang="ko-KR" dirty="0"/>
            </a:br>
            <a:r>
              <a:rPr lang="ko-KR" altLang="en-US" dirty="0"/>
              <a:t>운영 수준의 서비스를 제작한 경우이다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경우 표준 </a:t>
            </a:r>
            <a:r>
              <a:rPr lang="en-US" altLang="ko-KR" dirty="0"/>
              <a:t>H</a:t>
            </a:r>
            <a:r>
              <a:rPr lang="ko-KR" altLang="en-US" dirty="0"/>
              <a:t> </a:t>
            </a:r>
            <a:r>
              <a:rPr lang="en-US" altLang="ko-KR" dirty="0"/>
              <a:t>Cloud</a:t>
            </a:r>
            <a:r>
              <a:rPr lang="ko-KR" altLang="en-US" dirty="0"/>
              <a:t> 환경에 배포하여 운영해야 한다</a:t>
            </a:r>
            <a:r>
              <a:rPr lang="en-US" altLang="ko-K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아래 사이트에서 </a:t>
            </a:r>
            <a:r>
              <a:rPr lang="en-US" altLang="ko-KR" dirty="0"/>
              <a:t>“AI </a:t>
            </a:r>
            <a:r>
              <a:rPr lang="ko-KR" altLang="en-US" dirty="0"/>
              <a:t>과제 등록</a:t>
            </a:r>
            <a:r>
              <a:rPr lang="en-US" altLang="ko-KR" dirty="0"/>
              <a:t>” </a:t>
            </a:r>
            <a:r>
              <a:rPr lang="ko-KR" altLang="en-US" dirty="0"/>
              <a:t>버튼을 눌러</a:t>
            </a:r>
            <a:br>
              <a:rPr lang="en-US" altLang="ko-KR" dirty="0"/>
            </a:br>
            <a:r>
              <a:rPr lang="ko-KR" altLang="en-US" dirty="0"/>
              <a:t>제작한 </a:t>
            </a:r>
            <a:r>
              <a:rPr lang="en-US" altLang="ko-KR" dirty="0"/>
              <a:t>Web App</a:t>
            </a:r>
            <a:r>
              <a:rPr lang="ko-KR" altLang="en-US" dirty="0"/>
              <a:t>과 운영 이유를 적어준다</a:t>
            </a:r>
            <a:r>
              <a:rPr lang="en-US" altLang="ko-KR" dirty="0"/>
              <a:t>.</a:t>
            </a:r>
          </a:p>
          <a:p>
            <a:pPr marL="1485900" lvl="2" indent="-342900"/>
            <a:r>
              <a:rPr lang="en-US" altLang="ko-KR" dirty="0">
                <a:hlinkClick r:id="rId2"/>
              </a:rPr>
              <a:t>https://hmg.atlassian.net/servicedesk/customer/portal/1304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이후 담당자가 배정되어</a:t>
            </a:r>
            <a:r>
              <a:rPr lang="en-US" altLang="ko-KR" dirty="0"/>
              <a:t>, Web App</a:t>
            </a:r>
            <a:r>
              <a:rPr lang="ko-KR" altLang="en-US" dirty="0"/>
              <a:t>을 운영할 수 있도록 </a:t>
            </a:r>
            <a:br>
              <a:rPr lang="en-US" altLang="ko-KR" dirty="0"/>
            </a:br>
            <a:r>
              <a:rPr lang="ko-KR" altLang="en-US" dirty="0"/>
              <a:t>가이드를 제공할 예정이다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84392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1BA31-9E4C-BEE6-E3DE-6EB4B942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0378314"/>
      </p:ext>
    </p:extLst>
  </p:cSld>
  <p:clrMapOvr>
    <a:masterClrMapping/>
  </p:clrMapOvr>
</p:sld>
</file>

<file path=ppt/theme/theme1.xml><?xml version="1.0" encoding="utf-8"?>
<a:theme xmlns:a="http://schemas.openxmlformats.org/drawingml/2006/main" name="민코딩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민코딩테마" id="{6D5A7B03-17CE-4237-98F1-3D27D89D139A}" vid="{88D1DD56-E62D-42AF-AF11-2C83D8065AAF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민코딩테마</Template>
  <TotalTime>1349</TotalTime>
  <Words>2996</Words>
  <Application>Microsoft Office PowerPoint</Application>
  <PresentationFormat>와이드스크린</PresentationFormat>
  <Paragraphs>549</Paragraphs>
  <Slides>68</Slides>
  <Notes>1</Notes>
  <HiddenSlides>0</HiddenSlides>
  <MMClips>2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68</vt:i4>
      </vt:variant>
    </vt:vector>
  </HeadingPairs>
  <TitlesOfParts>
    <vt:vector size="77" baseType="lpstr">
      <vt:lpstr>나눔스퀘어OTF ExtraBold</vt:lpstr>
      <vt:lpstr>나눔스퀘어OTF_ac</vt:lpstr>
      <vt:lpstr>나눔스퀘어OTF_ac Bold</vt:lpstr>
      <vt:lpstr>나눔스퀘어OTF_ac ExtraBold</vt:lpstr>
      <vt:lpstr>Arial</vt:lpstr>
      <vt:lpstr>Calibri</vt:lpstr>
      <vt:lpstr>Wingdings</vt:lpstr>
      <vt:lpstr>민코딩테마</vt:lpstr>
      <vt:lpstr>디자인 사용자 지정</vt:lpstr>
      <vt:lpstr>Module 4. 개인 업무에서 나아가 조직 업무 혁신으로 업무 파이프라인 설계 </vt:lpstr>
      <vt:lpstr>PowerPoint 프레젠테이션</vt:lpstr>
      <vt:lpstr>실습 준비물 제작 (예산품의서)</vt:lpstr>
      <vt:lpstr>Claude API 테스트</vt:lpstr>
      <vt:lpstr>AI 기능이 있는 App과 없는 App 차이</vt:lpstr>
      <vt:lpstr>목표로 하는 App</vt:lpstr>
      <vt:lpstr>AI App을 만들기 위해서</vt:lpstr>
      <vt:lpstr>[참고] Claude API 키 준비</vt:lpstr>
      <vt:lpstr>프로젝트를 하기 전에 테스트 부터 해보기</vt:lpstr>
      <vt:lpstr>제작할 SW 예시</vt:lpstr>
      <vt:lpstr>기술검증을 하기 위한 프로젝트 폴더 생성 후 준비</vt:lpstr>
      <vt:lpstr>vscode 세팅</vt:lpstr>
      <vt:lpstr>[사전지식] 처음부터 개발 / 프레임워크 부터 개발</vt:lpstr>
      <vt:lpstr>[사전지식] 처음부터 개발하기 vs 이미 만들어진 기반에다가 개발하기</vt:lpstr>
      <vt:lpstr>최소한의 프로젝트 생성하기</vt:lpstr>
      <vt:lpstr>최소한의 프로젝트 생성하기</vt:lpstr>
      <vt:lpstr>프로젝트 준비</vt:lpstr>
      <vt:lpstr>프로젝트 준비</vt:lpstr>
      <vt:lpstr>프로젝트 준비</vt:lpstr>
      <vt:lpstr>최소한의 프로젝트 생성하기</vt:lpstr>
      <vt:lpstr>[결과 확인]</vt:lpstr>
      <vt:lpstr>(현대 사업장용) 필수 Claude API 설정 변경 요청</vt:lpstr>
      <vt:lpstr>기술검증 완료</vt:lpstr>
      <vt:lpstr>CLAUDE.md 삭제</vt:lpstr>
      <vt:lpstr>프로젝트 폴더 생성 후 준비</vt:lpstr>
      <vt:lpstr>클로드 개발 세션 다시 시작하기</vt:lpstr>
      <vt:lpstr>실전!  예산품의서 분석 Dashboard 개발 준비하기 </vt:lpstr>
      <vt:lpstr>제작할 SW 예시</vt:lpstr>
      <vt:lpstr>가상 데이터 다운로드</vt:lpstr>
      <vt:lpstr>CLAUDE.md 기본 내용 작성</vt:lpstr>
      <vt:lpstr>CLAUDE.md 에 Rule 추가</vt:lpstr>
      <vt:lpstr>기획서 작성하기</vt:lpstr>
      <vt:lpstr>기획서 생성 및 초안 작성</vt:lpstr>
      <vt:lpstr>기획서 생성 및 초안 작성</vt:lpstr>
      <vt:lpstr>세부 Specification 생성</vt:lpstr>
      <vt:lpstr>평가 기준이 필요</vt:lpstr>
      <vt:lpstr>프로젝트에서 필요한 Spec</vt:lpstr>
      <vt:lpstr>CLAUDE.md 에 목적 명시</vt:lpstr>
      <vt:lpstr>SPEC 작성 전 Sample 파일 준비하기</vt:lpstr>
      <vt:lpstr>CLAUDE.md 에 목적 명시</vt:lpstr>
      <vt:lpstr>[도전] Spec 문서 내용 변경하기</vt:lpstr>
      <vt:lpstr>유의사항. 하면 안되는 것!</vt:lpstr>
      <vt:lpstr>개발 단계 Phase 수립</vt:lpstr>
      <vt:lpstr>PHASES.md 역할</vt:lpstr>
      <vt:lpstr>Phase 작성하기</vt:lpstr>
      <vt:lpstr>PHASES.md 문서 작성</vt:lpstr>
      <vt:lpstr>[또 한번 반복] 유의사항. 하면 안되는 것!</vt:lpstr>
      <vt:lpstr>개발 준비</vt:lpstr>
      <vt:lpstr>개발 시작! (Phase 1 ~ 4)</vt:lpstr>
      <vt:lpstr>Action! Phase 1 개발</vt:lpstr>
      <vt:lpstr>[도전] Phase 2 ~ 4 까지 개발하기</vt:lpstr>
      <vt:lpstr>배포를 위한 Electric Framework 소개</vt:lpstr>
      <vt:lpstr>만든 프로그램을 실행?</vt:lpstr>
      <vt:lpstr>이번엔 동료에게 배포하려면?</vt:lpstr>
      <vt:lpstr>Electron 프레임워크</vt:lpstr>
      <vt:lpstr>단점</vt:lpstr>
      <vt:lpstr>Desktop App으로 배포해보기</vt:lpstr>
      <vt:lpstr>1. 폴더 만들기</vt:lpstr>
      <vt:lpstr>2. Claude Code 로 Hello World 만들기</vt:lpstr>
      <vt:lpstr>3. 배포하기</vt:lpstr>
      <vt:lpstr>4. 결과 파일 확인</vt:lpstr>
      <vt:lpstr>5. 코드 수정하기</vt:lpstr>
      <vt:lpstr>현대자동차 - 사내 배포 가이드</vt:lpstr>
      <vt:lpstr>배포 방법 안내 1</vt:lpstr>
      <vt:lpstr>배포 방법 안내 2</vt:lpstr>
      <vt:lpstr>배포 방법 안내 3</vt:lpstr>
      <vt:lpstr>배포 방법 안내 4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Agent</dc:title>
  <dc:creator>인호 최</dc:creator>
  <cp:lastModifiedBy>김현복</cp:lastModifiedBy>
  <cp:revision>23</cp:revision>
  <dcterms:created xsi:type="dcterms:W3CDTF">2025-01-10T05:17:06Z</dcterms:created>
  <dcterms:modified xsi:type="dcterms:W3CDTF">2026-09-05T21:09:51Z</dcterms:modified>
</cp:coreProperties>
</file>