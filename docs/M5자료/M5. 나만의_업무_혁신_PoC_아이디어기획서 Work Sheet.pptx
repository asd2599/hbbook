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50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629" y="5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0"/>
          <p:cNvSpPr/>
          <p:nvPr/>
        </p:nvSpPr>
        <p:spPr>
          <a:xfrm>
            <a:off x="0" y="0"/>
            <a:ext cx="12192000" cy="733349"/>
          </a:xfrm>
          <a:prstGeom prst="rect">
            <a:avLst/>
          </a:prstGeom>
          <a:solidFill>
            <a:srgbClr val="16419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2400" b="1" i="0" u="none" strike="noStrike" kern="0" cap="none" spc="-19" normalizeH="0" baseline="0"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/>
                <a:cs typeface="Pretendard Variable"/>
              </a:rPr>
              <a:t>  M5. 나만의 업무 혁신 PoC_</a:t>
            </a:r>
            <a:r>
              <a:rPr kumimoji="0" lang="en-US" altLang="ko-KR" b="1" i="0" u="none" strike="noStrike" kern="0" cap="none" spc="-19" normalizeH="0" baseline="0">
                <a:solidFill>
                  <a:srgbClr val="B9D2FF"/>
                </a:solidFill>
                <a:effectLst/>
                <a:uLnTx/>
                <a:uFillTx/>
                <a:latin typeface="맑은 고딕"/>
                <a:ea typeface="맑은 고딕"/>
                <a:cs typeface="Pretendard Variable"/>
              </a:rPr>
              <a:t>아이디어기획서 Work Sheet</a:t>
            </a:r>
            <a:endParaRPr kumimoji="0" lang="en-US" altLang="ko-KR" b="1" i="0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grpSp>
        <p:nvGrpSpPr>
          <p:cNvPr id="97" name="그룹 96"/>
          <p:cNvGrpSpPr/>
          <p:nvPr/>
        </p:nvGrpSpPr>
        <p:grpSpPr>
          <a:xfrm>
            <a:off x="800253" y="913486"/>
            <a:ext cx="10591495" cy="328269"/>
            <a:chOff x="800100" y="913486"/>
            <a:chExt cx="10591495" cy="328269"/>
          </a:xfrm>
        </p:grpSpPr>
        <p:pic>
          <p:nvPicPr>
            <p:cNvPr id="2" name="Image 0" descr="gen-dedup-55bc09d4593cee150e70a57d382afa80.png"/>
            <p:cNvPicPr>
              <a:picLocks noChangeAspect="1"/>
            </p:cNvPicPr>
            <p:nvPr/>
          </p:nvPicPr>
          <p:blipFill rotWithShape="1">
            <a:blip r:embed="rId3"/>
            <a:srcRect l="-2080" r="-2080"/>
            <a:stretch>
              <a:fillRect/>
            </a:stretch>
          </p:blipFill>
          <p:spPr>
            <a:xfrm>
              <a:off x="800100" y="1232611"/>
              <a:ext cx="10591495" cy="9144"/>
            </a:xfrm>
            <a:prstGeom prst="rect">
              <a:avLst/>
            </a:prstGeom>
          </p:spPr>
        </p:pic>
        <p:grpSp>
          <p:nvGrpSpPr>
            <p:cNvPr id="94" name="그룹 93"/>
            <p:cNvGrpSpPr/>
            <p:nvPr/>
          </p:nvGrpSpPr>
          <p:grpSpPr>
            <a:xfrm>
              <a:off x="800100" y="913486"/>
              <a:ext cx="2753258" cy="280720"/>
              <a:chOff x="800100" y="913486"/>
              <a:chExt cx="2753258" cy="280720"/>
            </a:xfrm>
          </p:grpSpPr>
          <p:sp>
            <p:nvSpPr>
              <p:cNvPr id="26" name="Text 8"/>
              <p:cNvSpPr txBox="1"/>
              <p:nvPr/>
            </p:nvSpPr>
            <p:spPr>
              <a:xfrm>
                <a:off x="800100" y="913486"/>
                <a:ext cx="2753258" cy="1143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anchor="ctr"/>
              <a:lstStyle/>
              <a:p>
                <a:pPr marL="0" indent="0" algn="l">
                  <a:buNone/>
                  <a:defRPr/>
                </a:pPr>
                <a:r>
                  <a:rPr lang="ko-KR" altLang="en-US" sz="1400" b="1" kern="0" spc="165">
                    <a:solidFill>
                      <a:srgbClr val="164194"/>
                    </a:solidFill>
                    <a:latin typeface="맑은 고딕"/>
                    <a:ea typeface="맑은 고딕"/>
                    <a:cs typeface="Pretendard Variable"/>
                  </a:rPr>
                  <a:t>본부 </a:t>
                </a:r>
                <a:r>
                  <a:rPr lang="en-US" altLang="ko-KR" sz="1400" b="1" kern="0" spc="165">
                    <a:solidFill>
                      <a:srgbClr val="164194"/>
                    </a:solidFill>
                    <a:latin typeface="맑은 고딕"/>
                    <a:ea typeface="맑은 고딕"/>
                    <a:cs typeface="Pretendard Variable"/>
                  </a:rPr>
                  <a:t>: </a:t>
                </a:r>
                <a:endParaRPr lang="en-US" sz="1400">
                  <a:latin typeface="맑은 고딕"/>
                  <a:ea typeface="맑은 고딕"/>
                </a:endParaRPr>
              </a:p>
            </p:txBody>
          </p:sp>
          <p:sp>
            <p:nvSpPr>
              <p:cNvPr id="27" name="Shape 9"/>
              <p:cNvSpPr/>
              <p:nvPr/>
            </p:nvSpPr>
            <p:spPr>
              <a:xfrm>
                <a:off x="800100" y="1185062"/>
                <a:ext cx="2752344" cy="9144"/>
              </a:xfrm>
              <a:prstGeom prst="rect">
                <a:avLst/>
              </a:prstGeom>
              <a:solidFill>
                <a:srgbClr val="1A1A1A"/>
              </a:solidFill>
              <a:ln w="12700">
                <a:solidFill>
                  <a:srgbClr val="1A1A1A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pPr lvl="0">
                  <a:defRPr/>
                </a:pPr>
                <a:endParaRPr lang="ko-KR" altLang="en-US" sz="1400">
                  <a:latin typeface="맑은 고딕"/>
                  <a:ea typeface="맑은 고딕"/>
                </a:endParaRPr>
              </a:p>
            </p:txBody>
          </p:sp>
        </p:grpSp>
        <p:grpSp>
          <p:nvGrpSpPr>
            <p:cNvPr id="96" name="그룹 95"/>
            <p:cNvGrpSpPr/>
            <p:nvPr/>
          </p:nvGrpSpPr>
          <p:grpSpPr>
            <a:xfrm>
              <a:off x="4343400" y="913486"/>
              <a:ext cx="2753258" cy="280720"/>
              <a:chOff x="4420755" y="913486"/>
              <a:chExt cx="2753258" cy="280720"/>
            </a:xfrm>
          </p:grpSpPr>
          <p:sp>
            <p:nvSpPr>
              <p:cNvPr id="90" name="Text 8"/>
              <p:cNvSpPr txBox="1"/>
              <p:nvPr/>
            </p:nvSpPr>
            <p:spPr>
              <a:xfrm>
                <a:off x="4420755" y="913486"/>
                <a:ext cx="2753258" cy="1143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anchor="ctr"/>
              <a:lstStyle/>
              <a:p>
                <a:pPr marL="0" indent="0" algn="l">
                  <a:buNone/>
                  <a:defRPr/>
                </a:pPr>
                <a:r>
                  <a:rPr lang="ko-KR" altLang="en-US" sz="1400" b="1" kern="0" spc="165">
                    <a:solidFill>
                      <a:srgbClr val="164194"/>
                    </a:solidFill>
                    <a:latin typeface="맑은 고딕"/>
                    <a:ea typeface="맑은 고딕"/>
                    <a:cs typeface="Pretendard Variable"/>
                  </a:rPr>
                  <a:t>팀 </a:t>
                </a:r>
                <a:r>
                  <a:rPr lang="en-US" altLang="ko-KR" sz="1400" b="1" kern="0" spc="165">
                    <a:solidFill>
                      <a:srgbClr val="164194"/>
                    </a:solidFill>
                    <a:latin typeface="맑은 고딕"/>
                    <a:ea typeface="맑은 고딕"/>
                    <a:cs typeface="Pretendard Variable"/>
                  </a:rPr>
                  <a:t>: </a:t>
                </a:r>
                <a:endParaRPr lang="en-US" sz="1400">
                  <a:latin typeface="맑은 고딕"/>
                  <a:ea typeface="맑은 고딕"/>
                </a:endParaRPr>
              </a:p>
            </p:txBody>
          </p:sp>
          <p:sp>
            <p:nvSpPr>
              <p:cNvPr id="91" name="Shape 9"/>
              <p:cNvSpPr/>
              <p:nvPr/>
            </p:nvSpPr>
            <p:spPr>
              <a:xfrm>
                <a:off x="4420755" y="1185062"/>
                <a:ext cx="2752344" cy="9144"/>
              </a:xfrm>
              <a:prstGeom prst="rect">
                <a:avLst/>
              </a:prstGeom>
              <a:solidFill>
                <a:srgbClr val="1A1A1A"/>
              </a:solidFill>
              <a:ln w="12700">
                <a:solidFill>
                  <a:srgbClr val="1A1A1A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pPr lvl="0">
                  <a:defRPr/>
                </a:pPr>
                <a:endParaRPr lang="ko-KR" altLang="en-US" sz="1400">
                  <a:latin typeface="맑은 고딕"/>
                  <a:ea typeface="맑은 고딕"/>
                </a:endParaRPr>
              </a:p>
            </p:txBody>
          </p:sp>
        </p:grpSp>
        <p:grpSp>
          <p:nvGrpSpPr>
            <p:cNvPr id="95" name="그룹 94"/>
            <p:cNvGrpSpPr/>
            <p:nvPr/>
          </p:nvGrpSpPr>
          <p:grpSpPr>
            <a:xfrm>
              <a:off x="7886700" y="913486"/>
              <a:ext cx="2753258" cy="280720"/>
              <a:chOff x="7886700" y="913486"/>
              <a:chExt cx="2753258" cy="280720"/>
            </a:xfrm>
          </p:grpSpPr>
          <p:sp>
            <p:nvSpPr>
              <p:cNvPr id="92" name="Text 8"/>
              <p:cNvSpPr txBox="1"/>
              <p:nvPr/>
            </p:nvSpPr>
            <p:spPr>
              <a:xfrm>
                <a:off x="7886700" y="913486"/>
                <a:ext cx="2753258" cy="1143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anchor="ctr"/>
              <a:lstStyle/>
              <a:p>
                <a:pPr marL="0" indent="0" algn="l">
                  <a:buNone/>
                  <a:defRPr/>
                </a:pPr>
                <a:r>
                  <a:rPr lang="ko-KR" altLang="en-US" sz="1400" b="1" kern="0" spc="165">
                    <a:solidFill>
                      <a:srgbClr val="164194"/>
                    </a:solidFill>
                    <a:latin typeface="맑은 고딕"/>
                    <a:ea typeface="맑은 고딕"/>
                    <a:cs typeface="Pretendard Variable"/>
                  </a:rPr>
                  <a:t>이름 </a:t>
                </a:r>
                <a:r>
                  <a:rPr lang="en-US" altLang="ko-KR" sz="1400" b="1" kern="0" spc="165">
                    <a:solidFill>
                      <a:srgbClr val="164194"/>
                    </a:solidFill>
                    <a:latin typeface="맑은 고딕"/>
                    <a:ea typeface="맑은 고딕"/>
                    <a:cs typeface="Pretendard Variable"/>
                  </a:rPr>
                  <a:t>: </a:t>
                </a:r>
                <a:endParaRPr lang="en-US" sz="1400">
                  <a:latin typeface="맑은 고딕"/>
                  <a:ea typeface="맑은 고딕"/>
                </a:endParaRPr>
              </a:p>
            </p:txBody>
          </p:sp>
          <p:sp>
            <p:nvSpPr>
              <p:cNvPr id="93" name="Shape 9"/>
              <p:cNvSpPr/>
              <p:nvPr/>
            </p:nvSpPr>
            <p:spPr>
              <a:xfrm>
                <a:off x="7886700" y="1185062"/>
                <a:ext cx="2752344" cy="9144"/>
              </a:xfrm>
              <a:prstGeom prst="rect">
                <a:avLst/>
              </a:prstGeom>
              <a:solidFill>
                <a:srgbClr val="1A1A1A"/>
              </a:solidFill>
              <a:ln w="12700">
                <a:solidFill>
                  <a:srgbClr val="1A1A1A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pPr lvl="0">
                  <a:defRPr/>
                </a:pPr>
                <a:endParaRPr lang="ko-KR" altLang="en-US" sz="1400">
                  <a:latin typeface="맑은 고딕"/>
                  <a:ea typeface="맑은 고딕"/>
                </a:endParaRPr>
              </a:p>
            </p:txBody>
          </p:sp>
        </p:grpSp>
      </p:grpSp>
      <p:grpSp>
        <p:nvGrpSpPr>
          <p:cNvPr id="135" name="그룹 134"/>
          <p:cNvGrpSpPr/>
          <p:nvPr/>
        </p:nvGrpSpPr>
        <p:grpSpPr>
          <a:xfrm>
            <a:off x="800100" y="2734417"/>
            <a:ext cx="10782603" cy="1116635"/>
            <a:chOff x="800100" y="2938424"/>
            <a:chExt cx="10782603" cy="1340967"/>
          </a:xfrm>
        </p:grpSpPr>
        <p:sp>
          <p:nvSpPr>
            <p:cNvPr id="116" name="Text 14"/>
            <p:cNvSpPr txBox="1"/>
            <p:nvPr/>
          </p:nvSpPr>
          <p:spPr>
            <a:xfrm>
              <a:off x="800100" y="2938424"/>
              <a:ext cx="571500" cy="267005"/>
            </a:xfrm>
            <a:prstGeom prst="rect">
              <a:avLst/>
            </a:prstGeom>
            <a:noFill/>
            <a:ln/>
          </p:spPr>
          <p:txBody>
            <a:bodyPr wrap="none" lIns="0" tIns="0" rIns="0" bIns="0" anchor="ctr"/>
            <a:lstStyle/>
            <a:p>
              <a:pPr marL="0" indent="0" algn="l">
                <a:buNone/>
                <a:defRPr/>
              </a:pPr>
              <a:r>
                <a:rPr lang="en-US" sz="2400" b="1" kern="0" spc="-84">
                  <a:solidFill>
                    <a:srgbClr val="164194"/>
                  </a:solidFill>
                  <a:latin typeface="맑은 고딕"/>
                  <a:ea typeface="맑은 고딕"/>
                  <a:cs typeface="Pretendard Variable"/>
                </a:rPr>
                <a:t>0</a:t>
              </a:r>
              <a:r>
                <a:rPr lang="en-US" altLang="ko-KR" sz="2400" b="1" kern="0" spc="-84">
                  <a:solidFill>
                    <a:srgbClr val="164194"/>
                  </a:solidFill>
                  <a:latin typeface="맑은 고딕"/>
                  <a:ea typeface="맑은 고딕"/>
                  <a:cs typeface="Pretendard Variable"/>
                </a:rPr>
                <a:t>2</a:t>
              </a:r>
              <a:endParaRPr lang="en-US" sz="2400">
                <a:latin typeface="맑은 고딕"/>
                <a:ea typeface="맑은 고딕"/>
              </a:endParaRPr>
            </a:p>
          </p:txBody>
        </p:sp>
        <p:sp>
          <p:nvSpPr>
            <p:cNvPr id="117" name="Text 16"/>
            <p:cNvSpPr txBox="1"/>
            <p:nvPr/>
          </p:nvSpPr>
          <p:spPr>
            <a:xfrm>
              <a:off x="1410005" y="2969511"/>
              <a:ext cx="6477610" cy="181051"/>
            </a:xfrm>
            <a:prstGeom prst="rect">
              <a:avLst/>
            </a:prstGeom>
            <a:noFill/>
            <a:ln/>
          </p:spPr>
          <p:txBody>
            <a:bodyPr wrap="none" lIns="0" tIns="0" rIns="0" bIns="0" anchor="ctr"/>
            <a:lstStyle/>
            <a:p>
              <a:pPr marL="0" indent="0" algn="l">
                <a:buNone/>
                <a:defRPr/>
              </a:pPr>
              <a:r>
                <a:rPr kumimoji="0" lang="en-US" altLang="ko-KR" sz="1400" b="1" i="0" u="none" strike="noStrike" kern="1200" cap="none" spc="0" normalizeH="0" baseline="0">
                  <a:solidFill>
                    <a:srgbClr val="1A1A1A"/>
                  </a:solidFill>
                  <a:effectLst/>
                  <a:uLnTx/>
                  <a:uFillTx/>
                  <a:latin typeface="맑은 고딕"/>
                  <a:ea typeface="맑은 고딕"/>
                  <a:cs typeface="Pretendard Variable"/>
                </a:rPr>
                <a:t>AI 활용 방식</a:t>
              </a:r>
              <a:endParaRPr lang="en-US" sz="1400">
                <a:latin typeface="맑은 고딕"/>
                <a:ea typeface="맑은 고딕"/>
              </a:endParaRPr>
            </a:p>
          </p:txBody>
        </p:sp>
        <p:grpSp>
          <p:nvGrpSpPr>
            <p:cNvPr id="119" name="그룹 118"/>
            <p:cNvGrpSpPr/>
            <p:nvPr/>
          </p:nvGrpSpPr>
          <p:grpSpPr>
            <a:xfrm>
              <a:off x="8134501" y="3240175"/>
              <a:ext cx="3448202" cy="1039216"/>
              <a:chOff x="8134502" y="1383487"/>
              <a:chExt cx="3448202" cy="647395"/>
            </a:xfrm>
          </p:grpSpPr>
          <p:pic>
            <p:nvPicPr>
              <p:cNvPr id="120" name="Image 9" descr="gen-dedup-a4f779325862798106cab1a6fb4b41f4.png"/>
              <p:cNvPicPr>
                <a:picLocks noChangeAspect="1"/>
              </p:cNvPicPr>
              <p:nvPr/>
            </p:nvPicPr>
            <p:blipFill rotWithShape="1">
              <a:blip r:embed="rId4"/>
              <a:srcRect l="-30" r="-30"/>
              <a:stretch>
                <a:fillRect/>
              </a:stretch>
            </p:blipFill>
            <p:spPr>
              <a:xfrm>
                <a:off x="8134502" y="1383487"/>
                <a:ext cx="3448202" cy="647395"/>
              </a:xfrm>
              <a:prstGeom prst="rect">
                <a:avLst/>
              </a:prstGeom>
            </p:spPr>
          </p:pic>
          <p:sp>
            <p:nvSpPr>
              <p:cNvPr id="121" name="Text 19"/>
              <p:cNvSpPr txBox="1"/>
              <p:nvPr/>
            </p:nvSpPr>
            <p:spPr>
              <a:xfrm>
                <a:off x="8287206" y="1450238"/>
                <a:ext cx="3162910" cy="10515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anchor="ctr"/>
              <a:lstStyle/>
              <a:p>
                <a:pPr marL="0" indent="0" algn="l">
                  <a:buNone/>
                  <a:defRPr/>
                </a:pPr>
                <a:r>
                  <a:rPr lang="en-US" sz="1400" b="1" kern="0" spc="142">
                    <a:solidFill>
                      <a:srgbClr val="70AD47"/>
                    </a:solidFill>
                    <a:latin typeface="맑은 고딕"/>
                    <a:ea typeface="맑은 고딕"/>
                    <a:cs typeface="Pretendard Variable"/>
                  </a:rPr>
                  <a:t>왜 작성하는가?</a:t>
                </a:r>
                <a:endParaRPr lang="en-US" sz="1400">
                  <a:latin typeface="맑은 고딕"/>
                  <a:ea typeface="맑은 고딕"/>
                </a:endParaRPr>
              </a:p>
            </p:txBody>
          </p:sp>
          <p:sp>
            <p:nvSpPr>
              <p:cNvPr id="122" name="Text 20"/>
              <p:cNvSpPr txBox="1"/>
              <p:nvPr/>
            </p:nvSpPr>
            <p:spPr>
              <a:xfrm>
                <a:off x="8287206" y="1703984"/>
                <a:ext cx="3162910" cy="3145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anchor="ctr"/>
              <a:lstStyle/>
              <a:p>
                <a:pPr>
                  <a:lnSpc>
                    <a:spcPts val="1238"/>
                  </a:lnSpc>
                  <a:defRPr/>
                </a:pPr>
                <a:r>
                  <a:rPr lang="en-US" altLang="ko-KR" sz="1200">
                    <a:solidFill>
                      <a:srgbClr val="1A1A1A"/>
                    </a:solidFill>
                    <a:latin typeface="맑은 고딕"/>
                    <a:ea typeface="맑은 고딕"/>
                    <a:cs typeface="Pretendard Variable"/>
                  </a:rPr>
                  <a:t>기능을 고르는 순간 </a:t>
                </a:r>
                <a:r>
                  <a:rPr lang="en-US" altLang="ko-KR" sz="1200" b="1">
                    <a:solidFill>
                      <a:srgbClr val="70AD47"/>
                    </a:solidFill>
                    <a:latin typeface="맑은 고딕"/>
                    <a:ea typeface="맑은 고딕"/>
                    <a:cs typeface="Pretendard Variable"/>
                  </a:rPr>
                  <a:t>‘AI 적용 가능성’</a:t>
                </a:r>
                <a:r>
                  <a:rPr lang="en-US" altLang="ko-KR" sz="1200">
                    <a:solidFill>
                      <a:srgbClr val="1A1A1A"/>
                    </a:solidFill>
                    <a:latin typeface="맑은 고딕"/>
                    <a:ea typeface="맑은 고딕"/>
                    <a:cs typeface="Pretendard Variable"/>
                  </a:rPr>
                  <a:t>을 스스로 판단하게 됩니다. 이 선택이 곧 AI 활용 방식 설계입니다.</a:t>
                </a:r>
                <a:endParaRPr lang="en-US" altLang="ko-KR" sz="1200">
                  <a:latin typeface="맑은 고딕"/>
                  <a:ea typeface="맑은 고딕"/>
                </a:endParaRPr>
              </a:p>
            </p:txBody>
          </p:sp>
        </p:grpSp>
        <p:sp>
          <p:nvSpPr>
            <p:cNvPr id="123" name="직사각형 122"/>
            <p:cNvSpPr/>
            <p:nvPr/>
          </p:nvSpPr>
          <p:spPr>
            <a:xfrm>
              <a:off x="800252" y="3240175"/>
              <a:ext cx="7201661" cy="103921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l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en-US" altLang="ko-KR" sz="1400" b="0" i="0" u="none" strike="noStrike" kern="1200" cap="none" spc="0" normalizeH="0" baseline="0"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Pretendard Variable"/>
              </a:endParaRPr>
            </a:p>
          </p:txBody>
        </p:sp>
      </p:grpSp>
      <p:grpSp>
        <p:nvGrpSpPr>
          <p:cNvPr id="136" name="그룹 135"/>
          <p:cNvGrpSpPr/>
          <p:nvPr/>
        </p:nvGrpSpPr>
        <p:grpSpPr>
          <a:xfrm>
            <a:off x="800100" y="4066600"/>
            <a:ext cx="10782604" cy="1116635"/>
            <a:chOff x="800100" y="4448706"/>
            <a:chExt cx="10782604" cy="1340967"/>
          </a:xfrm>
        </p:grpSpPr>
        <p:sp>
          <p:nvSpPr>
            <p:cNvPr id="126" name="Text 14"/>
            <p:cNvSpPr txBox="1"/>
            <p:nvPr/>
          </p:nvSpPr>
          <p:spPr>
            <a:xfrm>
              <a:off x="800100" y="4448706"/>
              <a:ext cx="571500" cy="267005"/>
            </a:xfrm>
            <a:prstGeom prst="rect">
              <a:avLst/>
            </a:prstGeom>
            <a:noFill/>
            <a:ln/>
          </p:spPr>
          <p:txBody>
            <a:bodyPr wrap="none" lIns="0" tIns="0" rIns="0" bIns="0" anchor="ctr"/>
            <a:lstStyle/>
            <a:p>
              <a:pPr marL="0" indent="0" algn="l">
                <a:buNone/>
                <a:defRPr/>
              </a:pPr>
              <a:r>
                <a:rPr lang="en-US" sz="2400" b="1" kern="0" spc="-84">
                  <a:solidFill>
                    <a:srgbClr val="164194"/>
                  </a:solidFill>
                  <a:latin typeface="맑은 고딕"/>
                  <a:ea typeface="맑은 고딕"/>
                  <a:cs typeface="Pretendard Variable"/>
                </a:rPr>
                <a:t>0</a:t>
              </a:r>
              <a:r>
                <a:rPr lang="en-US" altLang="ko-KR" sz="2400" b="1" kern="0" spc="-84">
                  <a:solidFill>
                    <a:srgbClr val="164194"/>
                  </a:solidFill>
                  <a:latin typeface="맑은 고딕"/>
                  <a:ea typeface="맑은 고딕"/>
                  <a:cs typeface="Pretendard Variable"/>
                </a:rPr>
                <a:t>3</a:t>
              </a:r>
              <a:endParaRPr lang="en-US" sz="2400">
                <a:latin typeface="맑은 고딕"/>
                <a:ea typeface="맑은 고딕"/>
              </a:endParaRPr>
            </a:p>
          </p:txBody>
        </p:sp>
        <p:sp>
          <p:nvSpPr>
            <p:cNvPr id="127" name="Text 16"/>
            <p:cNvSpPr txBox="1"/>
            <p:nvPr/>
          </p:nvSpPr>
          <p:spPr>
            <a:xfrm>
              <a:off x="1410005" y="4479793"/>
              <a:ext cx="6477610" cy="181051"/>
            </a:xfrm>
            <a:prstGeom prst="rect">
              <a:avLst/>
            </a:prstGeom>
            <a:noFill/>
            <a:ln/>
          </p:spPr>
          <p:txBody>
            <a:bodyPr wrap="none" lIns="0" tIns="0" rIns="0" bIns="0" anchor="ctr"/>
            <a:lstStyle/>
            <a:p>
              <a:pPr lvl="0">
                <a:defRPr/>
              </a:pPr>
              <a:r>
                <a:rPr lang="en-US" altLang="ko-KR" sz="1400" b="1">
                  <a:solidFill>
                    <a:srgbClr val="1A1A1A"/>
                  </a:solidFill>
                  <a:latin typeface="맑은 고딕"/>
                  <a:ea typeface="맑은 고딕"/>
                  <a:cs typeface="Pretendard Variable"/>
                </a:rPr>
                <a:t>기대 결과물 </a:t>
              </a:r>
              <a:r>
                <a:rPr lang="en-US" altLang="ko-KR" sz="1400" b="1">
                  <a:solidFill>
                    <a:srgbClr val="9AA6B8"/>
                  </a:solidFill>
                  <a:latin typeface="맑은 고딕"/>
                  <a:ea typeface="맑은 고딕"/>
                  <a:cs typeface="Pretendard Variable"/>
                </a:rPr>
                <a:t>(산출물 1종 + 절감 시간)</a:t>
              </a:r>
              <a:endParaRPr lang="en-US" altLang="ko-KR" sz="1400">
                <a:latin typeface="맑은 고딕"/>
                <a:ea typeface="맑은 고딕"/>
              </a:endParaRPr>
            </a:p>
          </p:txBody>
        </p:sp>
        <p:grpSp>
          <p:nvGrpSpPr>
            <p:cNvPr id="128" name="그룹 127"/>
            <p:cNvGrpSpPr/>
            <p:nvPr/>
          </p:nvGrpSpPr>
          <p:grpSpPr>
            <a:xfrm>
              <a:off x="8134502" y="4750457"/>
              <a:ext cx="3448202" cy="1039216"/>
              <a:chOff x="8134502" y="1383487"/>
              <a:chExt cx="3448202" cy="647395"/>
            </a:xfrm>
          </p:grpSpPr>
          <p:pic>
            <p:nvPicPr>
              <p:cNvPr id="129" name="Image 9" descr="gen-dedup-a4f779325862798106cab1a6fb4b41f4.png"/>
              <p:cNvPicPr>
                <a:picLocks noChangeAspect="1"/>
              </p:cNvPicPr>
              <p:nvPr/>
            </p:nvPicPr>
            <p:blipFill rotWithShape="1">
              <a:blip r:embed="rId4"/>
              <a:srcRect l="-30" r="-30"/>
              <a:stretch>
                <a:fillRect/>
              </a:stretch>
            </p:blipFill>
            <p:spPr>
              <a:xfrm>
                <a:off x="8134502" y="1383487"/>
                <a:ext cx="3448202" cy="647395"/>
              </a:xfrm>
              <a:prstGeom prst="rect">
                <a:avLst/>
              </a:prstGeom>
            </p:spPr>
          </p:pic>
          <p:sp>
            <p:nvSpPr>
              <p:cNvPr id="130" name="Text 19"/>
              <p:cNvSpPr txBox="1"/>
              <p:nvPr/>
            </p:nvSpPr>
            <p:spPr>
              <a:xfrm>
                <a:off x="8287206" y="1450238"/>
                <a:ext cx="3162910" cy="10515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anchor="ctr"/>
              <a:lstStyle/>
              <a:p>
                <a:pPr marL="0" indent="0" algn="l">
                  <a:buNone/>
                  <a:defRPr/>
                </a:pPr>
                <a:r>
                  <a:rPr lang="en-US" sz="1400" b="1" kern="0" spc="142">
                    <a:solidFill>
                      <a:srgbClr val="70AD47"/>
                    </a:solidFill>
                    <a:latin typeface="맑은 고딕"/>
                    <a:ea typeface="맑은 고딕"/>
                    <a:cs typeface="Pretendard Variable"/>
                  </a:rPr>
                  <a:t>왜 작성하는가?</a:t>
                </a:r>
                <a:endParaRPr lang="en-US" sz="1400">
                  <a:latin typeface="맑은 고딕"/>
                  <a:ea typeface="맑은 고딕"/>
                </a:endParaRPr>
              </a:p>
            </p:txBody>
          </p:sp>
          <p:sp>
            <p:nvSpPr>
              <p:cNvPr id="131" name="Text 20"/>
              <p:cNvSpPr txBox="1"/>
              <p:nvPr/>
            </p:nvSpPr>
            <p:spPr>
              <a:xfrm>
                <a:off x="8287206" y="1703984"/>
                <a:ext cx="3162910" cy="3145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anchor="ctr"/>
              <a:lstStyle/>
              <a:p>
                <a:pPr lvl="0">
                  <a:defRPr/>
                </a:pPr>
                <a:r>
                  <a:rPr lang="en-US" altLang="ko-KR" sz="1200">
                    <a:solidFill>
                      <a:srgbClr val="1A1A1A"/>
                    </a:solidFill>
                    <a:latin typeface="맑은 고딕"/>
                    <a:ea typeface="맑은 고딕"/>
                    <a:cs typeface="Pretendard Variable"/>
                  </a:rPr>
                  <a:t>결과물을 </a:t>
                </a:r>
                <a:r>
                  <a:rPr lang="en-US" altLang="ko-KR" sz="1200" b="1">
                    <a:solidFill>
                      <a:srgbClr val="70AD47"/>
                    </a:solidFill>
                    <a:latin typeface="맑은 고딕"/>
                    <a:ea typeface="맑은 고딕"/>
                    <a:cs typeface="Pretendard Variable"/>
                  </a:rPr>
                  <a:t>하나로 </a:t>
                </a:r>
                <a:r>
                  <a:rPr lang="ko-KR" altLang="en-US" sz="1200" b="1">
                    <a:solidFill>
                      <a:srgbClr val="70AD47"/>
                    </a:solidFill>
                    <a:latin typeface="맑은 고딕"/>
                    <a:ea typeface="맑은 고딕"/>
                    <a:cs typeface="Pretendard Variable"/>
                  </a:rPr>
                  <a:t>지정해</a:t>
                </a:r>
                <a:r>
                  <a:rPr lang="en-US" altLang="ko-KR" sz="1200" b="1">
                    <a:solidFill>
                      <a:srgbClr val="70AD47"/>
                    </a:solidFill>
                    <a:latin typeface="맑은 고딕"/>
                    <a:ea typeface="맑은 고딕"/>
                    <a:cs typeface="Pretendard Variable"/>
                  </a:rPr>
                  <a:t>야</a:t>
                </a:r>
                <a:r>
                  <a:rPr lang="en-US" altLang="ko-KR" sz="1200">
                    <a:solidFill>
                      <a:srgbClr val="1A1A1A"/>
                    </a:solidFill>
                    <a:latin typeface="맑은 고딕"/>
                    <a:ea typeface="맑은 고딕"/>
                    <a:cs typeface="Pretendard Variable"/>
                  </a:rPr>
                  <a:t> ‘작게 시작’이 가능하고 효과를 측정할 수 있습니다.</a:t>
                </a:r>
                <a:endParaRPr lang="en-US" altLang="ko-KR" sz="1200">
                  <a:latin typeface="맑은 고딕"/>
                  <a:ea typeface="맑은 고딕"/>
                </a:endParaRPr>
              </a:p>
            </p:txBody>
          </p:sp>
        </p:grpSp>
        <p:sp>
          <p:nvSpPr>
            <p:cNvPr id="132" name="직사각형 131"/>
            <p:cNvSpPr/>
            <p:nvPr/>
          </p:nvSpPr>
          <p:spPr>
            <a:xfrm>
              <a:off x="800253" y="4750457"/>
              <a:ext cx="7201661" cy="103921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l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lang="ko-KR" altLang="en-US" sz="1100">
                <a:solidFill>
                  <a:schemeClr val="tx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33" name="Text 17"/>
            <p:cNvSpPr txBox="1"/>
            <p:nvPr/>
          </p:nvSpPr>
          <p:spPr>
            <a:xfrm>
              <a:off x="923696" y="4805324"/>
              <a:ext cx="6477610" cy="162763"/>
            </a:xfrm>
            <a:prstGeom prst="rect">
              <a:avLst/>
            </a:prstGeom>
            <a:noFill/>
            <a:ln/>
          </p:spPr>
          <p:txBody>
            <a:bodyPr wrap="none" lIns="0" tIns="0" rIns="0" bIns="0" anchor="ctr"/>
            <a:lstStyle/>
            <a:p>
              <a:pPr marL="0" indent="0" algn="l">
                <a:buNone/>
                <a:defRPr/>
              </a:pPr>
              <a:r>
                <a:rPr lang="ko-KR" altLang="en-US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/>
                  <a:ea typeface="맑은 고딕"/>
                  <a:cs typeface="Pretendard Variable"/>
                </a:rPr>
                <a:t>예시 </a:t>
              </a:r>
              <a:r>
                <a:rPr lang="en-US" altLang="ko-KR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/>
                  <a:ea typeface="맑은 고딕"/>
                  <a:cs typeface="Pretendard Variable"/>
                </a:rPr>
                <a:t>: </a:t>
              </a:r>
              <a:r>
                <a:rPr lang="ko-KR" altLang="en-US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/>
                  <a:ea typeface="맑은 고딕"/>
                  <a:cs typeface="Pretendard Variable"/>
                </a:rPr>
                <a:t>작성 항목</a:t>
              </a:r>
              <a:r>
                <a:rPr lang="en-US" altLang="ko-KR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/>
                  <a:ea typeface="맑은 고딕"/>
                  <a:cs typeface="Pretendard Variable"/>
                </a:rPr>
                <a:t>: </a:t>
              </a:r>
              <a:r>
                <a:rPr lang="ko-KR" altLang="en-US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/>
                  <a:ea typeface="맑은 고딕"/>
                  <a:cs typeface="Pretendard Variable"/>
                </a:rPr>
                <a:t>결과물 </a:t>
              </a:r>
              <a:r>
                <a:rPr lang="en-US" altLang="ko-KR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/>
                  <a:ea typeface="맑은 고딕"/>
                  <a:cs typeface="Pretendard Variable"/>
                </a:rPr>
                <a:t>1</a:t>
              </a:r>
              <a:r>
                <a:rPr lang="ko-KR" altLang="en-US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/>
                  <a:ea typeface="맑은 고딕"/>
                  <a:cs typeface="Pretendard Variable"/>
                </a:rPr>
                <a:t>종 </a:t>
              </a:r>
              <a:r>
                <a:rPr lang="en-US" altLang="ko-KR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/>
                  <a:ea typeface="맑은 고딕"/>
                  <a:cs typeface="Pretendard Variable"/>
                </a:rPr>
                <a:t>(</a:t>
              </a:r>
              <a:r>
                <a:rPr lang="ko-KR" altLang="en-US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/>
                  <a:ea typeface="맑은 고딕"/>
                  <a:cs typeface="Pretendard Variable"/>
                </a:rPr>
                <a:t>회의록</a:t>
              </a:r>
              <a:r>
                <a:rPr lang="en-US" altLang="ko-KR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/>
                  <a:ea typeface="맑은 고딕"/>
                  <a:cs typeface="Pretendard Variable"/>
                </a:rPr>
                <a:t>·</a:t>
              </a:r>
              <a:r>
                <a:rPr lang="ko-KR" altLang="en-US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/>
                  <a:ea typeface="맑은 고딕"/>
                  <a:cs typeface="Pretendard Variable"/>
                </a:rPr>
                <a:t>대시보드</a:t>
              </a:r>
              <a:r>
                <a:rPr lang="en-US" altLang="ko-KR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/>
                  <a:ea typeface="맑은 고딕"/>
                  <a:cs typeface="Pretendard Variable"/>
                </a:rPr>
                <a:t>·</a:t>
              </a:r>
              <a:r>
                <a:rPr lang="ko-KR" altLang="en-US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/>
                  <a:ea typeface="맑은 고딕"/>
                  <a:cs typeface="Pretendard Variable"/>
                </a:rPr>
                <a:t>보고서</a:t>
              </a:r>
              <a:r>
                <a:rPr lang="en-US" altLang="ko-KR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/>
                  <a:ea typeface="맑은 고딕"/>
                  <a:cs typeface="Pretendard Variable"/>
                </a:rPr>
                <a:t>·</a:t>
              </a:r>
              <a:r>
                <a:rPr lang="ko-KR" altLang="en-US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/>
                  <a:ea typeface="맑은 고딕"/>
                  <a:cs typeface="Pretendard Variable"/>
                </a:rPr>
                <a:t>메일 초안 등</a:t>
              </a:r>
              <a:r>
                <a:rPr lang="en-US" altLang="ko-KR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/>
                  <a:ea typeface="맑은 고딕"/>
                  <a:cs typeface="Pretendard Variable"/>
                </a:rPr>
                <a:t>) + </a:t>
              </a:r>
              <a:r>
                <a:rPr lang="ko-KR" altLang="en-US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/>
                  <a:ea typeface="맑은 고딕"/>
                  <a:cs typeface="Pretendard Variable"/>
                </a:rPr>
                <a:t>시간 절감 </a:t>
              </a:r>
              <a:r>
                <a:rPr lang="en-US" altLang="ko-KR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/>
                  <a:ea typeface="맑은 고딕"/>
                  <a:cs typeface="Pretendard Variable"/>
                </a:rPr>
                <a:t>N</a:t>
              </a:r>
              <a:r>
                <a:rPr lang="ko-KR" altLang="en-US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/>
                  <a:ea typeface="맑은 고딕"/>
                  <a:cs typeface="Pretendard Variable"/>
                </a:rPr>
                <a:t>분</a:t>
              </a:r>
              <a:endPara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134" name="그룹 133"/>
          <p:cNvGrpSpPr/>
          <p:nvPr/>
        </p:nvGrpSpPr>
        <p:grpSpPr>
          <a:xfrm>
            <a:off x="800100" y="1402233"/>
            <a:ext cx="10782604" cy="1116635"/>
            <a:chOff x="800100" y="1402233"/>
            <a:chExt cx="10782604" cy="1340967"/>
          </a:xfrm>
        </p:grpSpPr>
        <p:sp>
          <p:nvSpPr>
            <p:cNvPr id="32" name="Text 14"/>
            <p:cNvSpPr txBox="1"/>
            <p:nvPr/>
          </p:nvSpPr>
          <p:spPr>
            <a:xfrm>
              <a:off x="800100" y="1402233"/>
              <a:ext cx="571500" cy="267005"/>
            </a:xfrm>
            <a:prstGeom prst="rect">
              <a:avLst/>
            </a:prstGeom>
            <a:noFill/>
            <a:ln/>
          </p:spPr>
          <p:txBody>
            <a:bodyPr wrap="none" lIns="0" tIns="0" rIns="0" bIns="0" anchor="ctr"/>
            <a:lstStyle/>
            <a:p>
              <a:pPr marL="0" indent="0" algn="l">
                <a:buNone/>
                <a:defRPr/>
              </a:pPr>
              <a:r>
                <a:rPr lang="en-US" sz="2400" b="1" kern="0" spc="-84">
                  <a:solidFill>
                    <a:srgbClr val="164194"/>
                  </a:solidFill>
                  <a:latin typeface="맑은 고딕"/>
                  <a:ea typeface="맑은 고딕"/>
                  <a:cs typeface="Pretendard Variable"/>
                </a:rPr>
                <a:t>01</a:t>
              </a:r>
              <a:endParaRPr lang="en-US" sz="2400">
                <a:latin typeface="맑은 고딕"/>
                <a:ea typeface="맑은 고딕"/>
              </a:endParaRPr>
            </a:p>
          </p:txBody>
        </p:sp>
        <p:sp>
          <p:nvSpPr>
            <p:cNvPr id="34" name="Text 16"/>
            <p:cNvSpPr txBox="1"/>
            <p:nvPr/>
          </p:nvSpPr>
          <p:spPr>
            <a:xfrm>
              <a:off x="1410005" y="1433320"/>
              <a:ext cx="6477610" cy="181051"/>
            </a:xfrm>
            <a:prstGeom prst="rect">
              <a:avLst/>
            </a:prstGeom>
            <a:noFill/>
            <a:ln/>
          </p:spPr>
          <p:txBody>
            <a:bodyPr wrap="none" lIns="0" tIns="0" rIns="0" bIns="0" anchor="ctr"/>
            <a:lstStyle/>
            <a:p>
              <a:pPr marL="0" indent="0" algn="l">
                <a:buNone/>
                <a:defRPr/>
              </a:pPr>
              <a:r>
                <a:rPr lang="en-US" sz="1400" b="1">
                  <a:solidFill>
                    <a:srgbClr val="1A1A1A"/>
                  </a:solidFill>
                  <a:latin typeface="맑은 고딕"/>
                  <a:ea typeface="맑은 고딕"/>
                  <a:cs typeface="Pretendard Variable"/>
                </a:rPr>
                <a:t>문제 정의 </a:t>
              </a:r>
              <a:r>
                <a:rPr lang="en-US" sz="1400" b="1">
                  <a:solidFill>
                    <a:srgbClr val="9AA6B8"/>
                  </a:solidFill>
                  <a:latin typeface="맑은 고딕"/>
                  <a:ea typeface="맑은 고딕"/>
                  <a:cs typeface="Pretendard Variable"/>
                </a:rPr>
                <a:t>(1~2줄)</a:t>
              </a:r>
              <a:endParaRPr lang="en-US" sz="1400">
                <a:latin typeface="맑은 고딕"/>
                <a:ea typeface="맑은 고딕"/>
              </a:endParaRPr>
            </a:p>
          </p:txBody>
        </p:sp>
        <p:grpSp>
          <p:nvGrpSpPr>
            <p:cNvPr id="98" name="그룹 97"/>
            <p:cNvGrpSpPr/>
            <p:nvPr/>
          </p:nvGrpSpPr>
          <p:grpSpPr>
            <a:xfrm>
              <a:off x="8134502" y="1703984"/>
              <a:ext cx="3448202" cy="1039216"/>
              <a:chOff x="8134502" y="1383487"/>
              <a:chExt cx="3448202" cy="647395"/>
            </a:xfrm>
          </p:grpSpPr>
          <p:pic>
            <p:nvPicPr>
              <p:cNvPr id="12" name="Image 9" descr="gen-dedup-a4f779325862798106cab1a6fb4b41f4.png"/>
              <p:cNvPicPr>
                <a:picLocks noChangeAspect="1"/>
              </p:cNvPicPr>
              <p:nvPr/>
            </p:nvPicPr>
            <p:blipFill rotWithShape="1">
              <a:blip r:embed="rId4"/>
              <a:srcRect l="-30" r="-30"/>
              <a:stretch>
                <a:fillRect/>
              </a:stretch>
            </p:blipFill>
            <p:spPr>
              <a:xfrm>
                <a:off x="8134502" y="1383487"/>
                <a:ext cx="3448202" cy="647395"/>
              </a:xfrm>
              <a:prstGeom prst="rect">
                <a:avLst/>
              </a:prstGeom>
            </p:spPr>
          </p:pic>
          <p:sp>
            <p:nvSpPr>
              <p:cNvPr id="37" name="Text 19"/>
              <p:cNvSpPr txBox="1"/>
              <p:nvPr/>
            </p:nvSpPr>
            <p:spPr>
              <a:xfrm>
                <a:off x="8287206" y="1450238"/>
                <a:ext cx="3162910" cy="10515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anchor="ctr"/>
              <a:lstStyle/>
              <a:p>
                <a:pPr marL="0" indent="0" algn="l">
                  <a:buNone/>
                  <a:defRPr/>
                </a:pPr>
                <a:r>
                  <a:rPr lang="en-US" sz="1400" b="1" kern="0" spc="142">
                    <a:solidFill>
                      <a:srgbClr val="70AD47"/>
                    </a:solidFill>
                    <a:latin typeface="맑은 고딕"/>
                    <a:ea typeface="맑은 고딕"/>
                    <a:cs typeface="Pretendard Variable"/>
                  </a:rPr>
                  <a:t>왜 작성하는가?</a:t>
                </a:r>
                <a:endParaRPr lang="en-US" sz="1400">
                  <a:latin typeface="맑은 고딕"/>
                  <a:ea typeface="맑은 고딕"/>
                </a:endParaRPr>
              </a:p>
            </p:txBody>
          </p:sp>
          <p:sp>
            <p:nvSpPr>
              <p:cNvPr id="38" name="Text 20"/>
              <p:cNvSpPr txBox="1"/>
              <p:nvPr/>
            </p:nvSpPr>
            <p:spPr>
              <a:xfrm>
                <a:off x="8287206" y="1703984"/>
                <a:ext cx="3162910" cy="3145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anchor="ctr"/>
              <a:lstStyle/>
              <a:p>
                <a:pPr marL="0" indent="0" algn="l">
                  <a:lnSpc>
                    <a:spcPts val="1238"/>
                  </a:lnSpc>
                  <a:buNone/>
                  <a:defRPr/>
                </a:pPr>
                <a:r>
                  <a:rPr lang="en-US" sz="1200">
                    <a:solidFill>
                      <a:srgbClr val="1A1A1A"/>
                    </a:solidFill>
                    <a:latin typeface="맑은 고딕"/>
                    <a:ea typeface="맑은 고딕"/>
                    <a:cs typeface="Pretendard Variable"/>
                  </a:rPr>
                  <a:t>문제가 명확해야 </a:t>
                </a:r>
                <a:r>
                  <a:rPr lang="en-US" sz="1200" b="1">
                    <a:solidFill>
                      <a:srgbClr val="70AD47"/>
                    </a:solidFill>
                    <a:latin typeface="맑은 고딕"/>
                    <a:ea typeface="맑은 고딕"/>
                    <a:cs typeface="Pretendard Variable"/>
                  </a:rPr>
                  <a:t>AI 적용 지점</a:t>
                </a:r>
                <a:r>
                  <a:rPr lang="en-US" sz="1200">
                    <a:solidFill>
                      <a:srgbClr val="1A1A1A"/>
                    </a:solidFill>
                    <a:latin typeface="맑은 고딕"/>
                    <a:ea typeface="맑은 고딕"/>
                    <a:cs typeface="Pretendard Variable"/>
                  </a:rPr>
                  <a:t>이 보입니다. </a:t>
                </a:r>
              </a:p>
              <a:p>
                <a:pPr marL="0" indent="0" algn="l">
                  <a:lnSpc>
                    <a:spcPts val="1238"/>
                  </a:lnSpc>
                  <a:buNone/>
                  <a:defRPr/>
                </a:pPr>
                <a:r>
                  <a:rPr lang="en-US" sz="1200">
                    <a:solidFill>
                      <a:srgbClr val="1A1A1A"/>
                    </a:solidFill>
                    <a:latin typeface="맑은 고딕"/>
                    <a:ea typeface="맑은 고딕"/>
                    <a:cs typeface="Pretendard Variable"/>
                  </a:rPr>
                  <a:t>반복·수작업·시간 소요 업무 </a:t>
                </a:r>
                <a:r>
                  <a:rPr lang="en-US" sz="1200" b="1">
                    <a:solidFill>
                      <a:srgbClr val="FF0000"/>
                    </a:solidFill>
                    <a:latin typeface="맑은 고딕"/>
                    <a:ea typeface="맑은 고딕"/>
                    <a:cs typeface="Pretendard Variable"/>
                  </a:rPr>
                  <a:t>1개만</a:t>
                </a:r>
                <a:r>
                  <a:rPr lang="en-US" sz="1200">
                    <a:solidFill>
                      <a:srgbClr val="1A1A1A"/>
                    </a:solidFill>
                    <a:latin typeface="맑은 고딕"/>
                    <a:ea typeface="맑은 고딕"/>
                    <a:cs typeface="Pretendard Variable"/>
                  </a:rPr>
                  <a:t> 고르세요.</a:t>
                </a:r>
                <a:endParaRPr lang="en-US" sz="1200">
                  <a:latin typeface="맑은 고딕"/>
                  <a:ea typeface="맑은 고딕"/>
                </a:endParaRPr>
              </a:p>
            </p:txBody>
          </p:sp>
        </p:grpSp>
        <p:sp>
          <p:nvSpPr>
            <p:cNvPr id="115" name="직사각형 114"/>
            <p:cNvSpPr/>
            <p:nvPr/>
          </p:nvSpPr>
          <p:spPr>
            <a:xfrm>
              <a:off x="800253" y="1703984"/>
              <a:ext cx="7201661" cy="103921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>
                <a:defRPr/>
              </a:pPr>
              <a:endParaRPr lang="ko-KR" altLang="en-US" sz="1100">
                <a:latin typeface="맑은 고딕"/>
                <a:ea typeface="맑은 고딕"/>
              </a:endParaRPr>
            </a:p>
          </p:txBody>
        </p:sp>
        <p:sp>
          <p:nvSpPr>
            <p:cNvPr id="35" name="Text 17"/>
            <p:cNvSpPr txBox="1"/>
            <p:nvPr/>
          </p:nvSpPr>
          <p:spPr>
            <a:xfrm>
              <a:off x="918896" y="1775913"/>
              <a:ext cx="6477610" cy="162763"/>
            </a:xfrm>
            <a:prstGeom prst="rect">
              <a:avLst/>
            </a:prstGeom>
            <a:noFill/>
            <a:ln/>
          </p:spPr>
          <p:txBody>
            <a:bodyPr wrap="none" lIns="0" tIns="0" rIns="0" bIns="0" anchor="ctr"/>
            <a:lstStyle/>
            <a:p>
              <a:pPr marL="0" indent="0" algn="l">
                <a:buNone/>
                <a:defRPr/>
              </a:pPr>
              <a:r>
                <a:rPr lang="ko-KR" altLang="en-US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/>
                  <a:ea typeface="맑은 고딕"/>
                  <a:cs typeface="Pretendard Variable"/>
                </a:rPr>
                <a:t>예시 </a:t>
              </a:r>
              <a:r>
                <a:rPr lang="en-US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/>
                  <a:ea typeface="맑은 고딕"/>
                  <a:cs typeface="Pretendard Variable"/>
                </a:rPr>
                <a:t>: 『업무명』을 매 『주기』 하는 데 『N분』이 걸린다 — 한 줄로 정의</a:t>
              </a:r>
              <a:endPara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146" name="그룹 145"/>
          <p:cNvGrpSpPr/>
          <p:nvPr/>
        </p:nvGrpSpPr>
        <p:grpSpPr>
          <a:xfrm>
            <a:off x="800100" y="5295325"/>
            <a:ext cx="10782604" cy="1116635"/>
            <a:chOff x="800100" y="4448706"/>
            <a:chExt cx="10782604" cy="1340967"/>
          </a:xfrm>
        </p:grpSpPr>
        <p:sp>
          <p:nvSpPr>
            <p:cNvPr id="147" name="Text 14"/>
            <p:cNvSpPr txBox="1"/>
            <p:nvPr/>
          </p:nvSpPr>
          <p:spPr>
            <a:xfrm>
              <a:off x="800100" y="4448706"/>
              <a:ext cx="571500" cy="267005"/>
            </a:xfrm>
            <a:prstGeom prst="rect">
              <a:avLst/>
            </a:prstGeom>
            <a:noFill/>
            <a:ln/>
          </p:spPr>
          <p:txBody>
            <a:bodyPr wrap="none" lIns="0" tIns="0" rIns="0" bIns="0" anchor="ctr"/>
            <a:lstStyle/>
            <a:p>
              <a:pPr marL="0" indent="0" algn="l">
                <a:buNone/>
                <a:defRPr/>
              </a:pPr>
              <a:r>
                <a:rPr lang="en-US" sz="2400" b="1" kern="0" spc="-84">
                  <a:solidFill>
                    <a:srgbClr val="164194"/>
                  </a:solidFill>
                  <a:latin typeface="맑은 고딕"/>
                  <a:ea typeface="맑은 고딕"/>
                  <a:cs typeface="Pretendard Variable"/>
                </a:rPr>
                <a:t>0</a:t>
              </a:r>
              <a:r>
                <a:rPr lang="en-US" altLang="ko-KR" sz="2400" b="1" kern="0" spc="-84">
                  <a:solidFill>
                    <a:srgbClr val="164194"/>
                  </a:solidFill>
                  <a:latin typeface="맑은 고딕"/>
                  <a:ea typeface="맑은 고딕"/>
                  <a:cs typeface="Pretendard Variable"/>
                </a:rPr>
                <a:t>4</a:t>
              </a:r>
              <a:endParaRPr lang="en-US" sz="2400">
                <a:latin typeface="맑은 고딕"/>
                <a:ea typeface="맑은 고딕"/>
              </a:endParaRPr>
            </a:p>
          </p:txBody>
        </p:sp>
        <p:sp>
          <p:nvSpPr>
            <p:cNvPr id="148" name="Text 16"/>
            <p:cNvSpPr txBox="1"/>
            <p:nvPr/>
          </p:nvSpPr>
          <p:spPr>
            <a:xfrm>
              <a:off x="1410005" y="4479793"/>
              <a:ext cx="6477610" cy="181051"/>
            </a:xfrm>
            <a:prstGeom prst="rect">
              <a:avLst/>
            </a:prstGeom>
            <a:noFill/>
            <a:ln/>
          </p:spPr>
          <p:txBody>
            <a:bodyPr wrap="none" lIns="0" tIns="0" rIns="0" bIns="0" anchor="ctr"/>
            <a:lstStyle/>
            <a:p>
              <a:pPr lvl="0">
                <a:defRPr/>
              </a:pPr>
              <a:r>
                <a:rPr lang="en-US" altLang="ko-KR" sz="1400" b="1">
                  <a:solidFill>
                    <a:srgbClr val="1A1A1A"/>
                  </a:solidFill>
                  <a:latin typeface="맑은 고딕"/>
                  <a:ea typeface="맑은 고딕"/>
                  <a:cs typeface="Pretendard Variable"/>
                </a:rPr>
                <a:t>검증 방법 </a:t>
              </a:r>
              <a:r>
                <a:rPr lang="en-US" altLang="ko-KR" sz="1400" b="1">
                  <a:solidFill>
                    <a:srgbClr val="9AA6B8"/>
                  </a:solidFill>
                  <a:latin typeface="맑은 고딕"/>
                  <a:ea typeface="맑은 고딕"/>
                  <a:cs typeface="Pretendard Variable"/>
                </a:rPr>
                <a:t>(1줄)</a:t>
              </a:r>
              <a:endParaRPr lang="en-US" altLang="ko-KR" sz="1400">
                <a:latin typeface="맑은 고딕"/>
                <a:ea typeface="맑은 고딕"/>
              </a:endParaRPr>
            </a:p>
          </p:txBody>
        </p:sp>
        <p:grpSp>
          <p:nvGrpSpPr>
            <p:cNvPr id="149" name="그룹 148"/>
            <p:cNvGrpSpPr/>
            <p:nvPr/>
          </p:nvGrpSpPr>
          <p:grpSpPr>
            <a:xfrm>
              <a:off x="8134502" y="4750457"/>
              <a:ext cx="3448202" cy="1039216"/>
              <a:chOff x="8134502" y="1383487"/>
              <a:chExt cx="3448202" cy="647395"/>
            </a:xfrm>
          </p:grpSpPr>
          <p:pic>
            <p:nvPicPr>
              <p:cNvPr id="152" name="Image 9" descr="gen-dedup-a4f779325862798106cab1a6fb4b41f4.png"/>
              <p:cNvPicPr>
                <a:picLocks noChangeAspect="1"/>
              </p:cNvPicPr>
              <p:nvPr/>
            </p:nvPicPr>
            <p:blipFill rotWithShape="1">
              <a:blip r:embed="rId4"/>
              <a:srcRect l="-30" r="-30"/>
              <a:stretch>
                <a:fillRect/>
              </a:stretch>
            </p:blipFill>
            <p:spPr>
              <a:xfrm>
                <a:off x="8134502" y="1383487"/>
                <a:ext cx="3448202" cy="647395"/>
              </a:xfrm>
              <a:prstGeom prst="rect">
                <a:avLst/>
              </a:prstGeom>
            </p:spPr>
          </p:pic>
          <p:sp>
            <p:nvSpPr>
              <p:cNvPr id="153" name="Text 19"/>
              <p:cNvSpPr txBox="1"/>
              <p:nvPr/>
            </p:nvSpPr>
            <p:spPr>
              <a:xfrm>
                <a:off x="8287206" y="1450238"/>
                <a:ext cx="3162910" cy="10515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anchor="ctr"/>
              <a:lstStyle/>
              <a:p>
                <a:pPr marL="0" indent="0" algn="l">
                  <a:buNone/>
                  <a:defRPr/>
                </a:pPr>
                <a:r>
                  <a:rPr lang="en-US" sz="1400" b="1" kern="0" spc="142">
                    <a:solidFill>
                      <a:srgbClr val="70AD47"/>
                    </a:solidFill>
                    <a:latin typeface="맑은 고딕"/>
                    <a:ea typeface="맑은 고딕"/>
                    <a:cs typeface="Pretendard Variable"/>
                  </a:rPr>
                  <a:t>왜 작성하는가?</a:t>
                </a:r>
                <a:endParaRPr lang="en-US" sz="1400">
                  <a:latin typeface="맑은 고딕"/>
                  <a:ea typeface="맑은 고딕"/>
                </a:endParaRPr>
              </a:p>
            </p:txBody>
          </p:sp>
          <p:sp>
            <p:nvSpPr>
              <p:cNvPr id="154" name="Text 20"/>
              <p:cNvSpPr txBox="1"/>
              <p:nvPr/>
            </p:nvSpPr>
            <p:spPr>
              <a:xfrm>
                <a:off x="8287206" y="1703984"/>
                <a:ext cx="3162910" cy="3145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anchor="ctr"/>
              <a:lstStyle/>
              <a:p>
                <a:pPr>
                  <a:lnSpc>
                    <a:spcPts val="1238"/>
                  </a:lnSpc>
                  <a:defRPr/>
                </a:pPr>
                <a:r>
                  <a:rPr lang="en-US" altLang="ko-KR" sz="1200">
                    <a:solidFill>
                      <a:srgbClr val="1A1A1A"/>
                    </a:solidFill>
                    <a:latin typeface="맑은 고딕"/>
                    <a:ea typeface="맑은 고딕"/>
                    <a:cs typeface="Pretendard Variable"/>
                  </a:rPr>
                  <a:t>효과를 </a:t>
                </a:r>
                <a:r>
                  <a:rPr lang="en-US" altLang="ko-KR" sz="1200" b="1">
                    <a:solidFill>
                      <a:srgbClr val="70AD47"/>
                    </a:solidFill>
                    <a:latin typeface="맑은 고딕"/>
                    <a:ea typeface="맑은 고딕"/>
                    <a:cs typeface="Pretendard Variable"/>
                  </a:rPr>
                  <a:t>측정할 수 있어야</a:t>
                </a:r>
                <a:r>
                  <a:rPr lang="en-US" altLang="ko-KR" sz="1200">
                    <a:solidFill>
                      <a:srgbClr val="1A1A1A"/>
                    </a:solidFill>
                    <a:latin typeface="맑은 고딕"/>
                    <a:ea typeface="맑은 고딕"/>
                    <a:cs typeface="Pretendard Variable"/>
                  </a:rPr>
                  <a:t> 인정받습니다. </a:t>
                </a:r>
              </a:p>
              <a:p>
                <a:pPr>
                  <a:lnSpc>
                    <a:spcPts val="1238"/>
                  </a:lnSpc>
                  <a:defRPr/>
                </a:pPr>
                <a:r>
                  <a:rPr lang="en-US" altLang="ko-KR" sz="1200" b="1">
                    <a:solidFill>
                      <a:srgbClr val="FF0000"/>
                    </a:solidFill>
                    <a:latin typeface="맑은 고딕"/>
                    <a:ea typeface="맑은 고딕"/>
                    <a:cs typeface="Pretendard Variable"/>
                  </a:rPr>
                  <a:t>‘사람 검토’</a:t>
                </a:r>
                <a:r>
                  <a:rPr lang="en-US" altLang="ko-KR" sz="1200">
                    <a:solidFill>
                      <a:srgbClr val="1A1A1A"/>
                    </a:solidFill>
                    <a:latin typeface="맑은 고딕"/>
                    <a:ea typeface="맑은 고딕"/>
                    <a:cs typeface="Pretendard Variable"/>
                  </a:rPr>
                  <a:t>를 꼭 포함하세요.</a:t>
                </a:r>
                <a:endParaRPr lang="en-US" altLang="ko-KR" sz="1200">
                  <a:latin typeface="맑은 고딕"/>
                  <a:ea typeface="맑은 고딕"/>
                </a:endParaRPr>
              </a:p>
            </p:txBody>
          </p:sp>
        </p:grpSp>
        <p:sp>
          <p:nvSpPr>
            <p:cNvPr id="150" name="직사각형 149"/>
            <p:cNvSpPr/>
            <p:nvPr/>
          </p:nvSpPr>
          <p:spPr>
            <a:xfrm>
              <a:off x="800253" y="4750457"/>
              <a:ext cx="7201661" cy="103921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lang="ko-KR" altLang="en-US" sz="1100">
                <a:solidFill>
                  <a:schemeClr val="tx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51" name="Text 17"/>
            <p:cNvSpPr txBox="1"/>
            <p:nvPr/>
          </p:nvSpPr>
          <p:spPr>
            <a:xfrm>
              <a:off x="923696" y="4805324"/>
              <a:ext cx="6477610" cy="162763"/>
            </a:xfrm>
            <a:prstGeom prst="rect">
              <a:avLst/>
            </a:prstGeom>
            <a:noFill/>
            <a:ln/>
          </p:spPr>
          <p:txBody>
            <a:bodyPr wrap="none" lIns="0" tIns="0" rIns="0" bIns="0" anchor="ctr"/>
            <a:lstStyle/>
            <a:p>
              <a:pPr marL="0" indent="0" algn="l">
                <a:buNone/>
                <a:defRPr/>
              </a:pPr>
              <a:r>
                <a:rPr lang="ko-KR" altLang="en-US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/>
                  <a:ea typeface="맑은 고딕"/>
                  <a:cs typeface="Pretendard Variable"/>
                </a:rPr>
                <a:t>예시 </a:t>
              </a:r>
              <a:r>
                <a:rPr lang="en-US" altLang="ko-KR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/>
                  <a:ea typeface="맑은 고딕"/>
                  <a:cs typeface="Pretendard Variable"/>
                </a:rPr>
                <a:t>: </a:t>
              </a:r>
              <a:r>
                <a:rPr lang="ko-KR" altLang="en-US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/>
                  <a:ea typeface="맑은 고딕"/>
                  <a:cs typeface="Pretendard Variable"/>
                </a:rPr>
                <a:t>어떤 지표로 </a:t>
              </a:r>
              <a:r>
                <a:rPr lang="en-US" altLang="ko-KR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/>
                  <a:ea typeface="맑은 고딕"/>
                  <a:cs typeface="Pretendard Variable"/>
                </a:rPr>
                <a:t>/ </a:t>
              </a:r>
              <a:r>
                <a:rPr lang="ko-KR" altLang="en-US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/>
                  <a:ea typeface="맑은 고딕"/>
                  <a:cs typeface="Pretendard Variable"/>
                </a:rPr>
                <a:t>누가 </a:t>
              </a:r>
              <a:r>
                <a:rPr lang="en-US" altLang="ko-KR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/>
                  <a:ea typeface="맑은 고딕"/>
                  <a:cs typeface="Pretendard Variable"/>
                </a:rPr>
                <a:t>/ </a:t>
              </a:r>
              <a:r>
                <a:rPr lang="ko-KR" altLang="en-US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/>
                  <a:ea typeface="맑은 고딕"/>
                  <a:cs typeface="Pretendard Variable"/>
                </a:rPr>
                <a:t>언제 확인할지</a:t>
              </a:r>
            </a:p>
          </p:txBody>
        </p:sp>
      </p:grpSp>
      <p:sp>
        <p:nvSpPr>
          <p:cNvPr id="3" name="Text 17">
            <a:extLst>
              <a:ext uri="{FF2B5EF4-FFF2-40B4-BE49-F238E27FC236}">
                <a16:creationId xmlns:a16="http://schemas.microsoft.com/office/drawing/2014/main" id="{8EE4F433-71C2-83D6-5A85-5E1AD8886718}"/>
              </a:ext>
            </a:extLst>
          </p:cNvPr>
          <p:cNvSpPr txBox="1"/>
          <p:nvPr/>
        </p:nvSpPr>
        <p:spPr>
          <a:xfrm>
            <a:off x="914400" y="3048000"/>
            <a:ext cx="6477000" cy="135534"/>
          </a:xfrm>
          <a:prstGeom prst="rect">
            <a:avLst/>
          </a:prstGeom>
          <a:noFill/>
          <a:ln/>
        </p:spPr>
        <p:txBody>
          <a:bodyPr wrap="none" lIns="0" tIns="0" rIns="0" bIns="0" anchor="ctr"/>
          <a:lstStyle/>
          <a:p>
            <a:pPr marL="0" indent="0" algn="l">
              <a:buNone/>
              <a:defRPr/>
            </a:pP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  <a:ea typeface="맑은 고딕"/>
                <a:cs typeface="Pretendard Variable"/>
              </a:rPr>
              <a:t>예시 </a:t>
            </a: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  <a:ea typeface="맑은 고딕"/>
                <a:cs typeface="Pretendard Variable"/>
              </a:rPr>
              <a:t>: 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  <a:ea typeface="맑은 고딕"/>
                <a:cs typeface="Pretendard Variable"/>
              </a:rPr>
              <a:t>회의 메모를 </a:t>
            </a: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  <a:ea typeface="맑은 고딕"/>
                <a:cs typeface="Pretendard Variable"/>
              </a:rPr>
              <a:t>Claude Code 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  <a:ea typeface="맑은 고딕"/>
                <a:cs typeface="Pretendard Variable"/>
              </a:rPr>
              <a:t>에 읽히고</a:t>
            </a: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  <a:ea typeface="맑은 고딕"/>
                <a:cs typeface="Pretendard Variable"/>
              </a:rPr>
              <a:t>, CLAUDE.md 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  <a:ea typeface="맑은 고딕"/>
                <a:cs typeface="Pretendard Variable"/>
              </a:rPr>
              <a:t>에 적어 둔 양식대로 회의록 초안을 만들게 한다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202</Words>
  <Application>Microsoft Office PowerPoint</Application>
  <PresentationFormat>와이드스크린</PresentationFormat>
  <Paragraphs>27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Theme</vt:lpstr>
      <vt:lpstr>PowerPoint 프레젠테이션</vt:lpstr>
    </vt:vector>
  </TitlesOfParts>
  <Manager/>
  <Company>Generated by Gen-Spark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hyunbok kim</cp:lastModifiedBy>
  <cp:revision>7</cp:revision>
  <dcterms:created xsi:type="dcterms:W3CDTF">2026-09-06T04:51:27Z</dcterms:created>
  <dcterms:modified xsi:type="dcterms:W3CDTF">2026-09-18T14:02:15Z</dcterms:modified>
  <cp:version>1000.0000.01</cp:version>
</cp:coreProperties>
</file>